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62" r:id="rId5"/>
  </p:sldMasterIdLst>
  <p:notesMasterIdLst>
    <p:notesMasterId r:id="rId37"/>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83" r:id="rId26"/>
    <p:sldId id="284" r:id="rId27"/>
    <p:sldId id="285" r:id="rId28"/>
    <p:sldId id="286" r:id="rId29"/>
    <p:sldId id="287" r:id="rId30"/>
    <p:sldId id="288" r:id="rId31"/>
    <p:sldId id="289" r:id="rId32"/>
    <p:sldId id="290" r:id="rId33"/>
    <p:sldId id="291" r:id="rId34"/>
    <p:sldId id="292" r:id="rId35"/>
    <p:sldId id="293" r:id="rId36"/>
  </p:sldIdLst>
  <p:sldSz cx="12192000" cy="6858000"/>
  <p:notesSz cx="7559675" cy="10691813"/>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alance" id="{705054ED-DB56-FA4C-BB16-D35BDEFFF4C1}">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83"/>
            <p14:sldId id="284"/>
            <p14:sldId id="285"/>
            <p14:sldId id="286"/>
            <p14:sldId id="287"/>
            <p14:sldId id="288"/>
            <p14:sldId id="289"/>
            <p14:sldId id="290"/>
            <p14:sldId id="291"/>
            <p14:sldId id="292"/>
            <p14:sldId id="29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1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viewProps" Target="viewProps.xml"/><Relationship Id="rId21" Type="http://schemas.openxmlformats.org/officeDocument/2006/relationships/slide" Target="slides/slide16.xml"/><Relationship Id="rId34" Type="http://schemas.openxmlformats.org/officeDocument/2006/relationships/slide" Target="slides/slide29.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44"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defTabSz="914400"/>
            <a:r>
              <a:rPr lang="en-US" sz="2800" b="1" u="none" strike="noStrike" spc="300">
                <a:solidFill>
                  <a:schemeClr val="dk1"/>
                </a:solidFill>
                <a:effectLst/>
                <a:uFillTx/>
                <a:latin typeface="Consolas"/>
              </a:rPr>
              <a:t>Click to move the slide</a:t>
            </a:r>
          </a:p>
        </p:txBody>
      </p:sp>
      <p:sp>
        <p:nvSpPr>
          <p:cNvPr id="94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946"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 </a:t>
            </a:r>
          </a:p>
        </p:txBody>
      </p:sp>
      <p:sp>
        <p:nvSpPr>
          <p:cNvPr id="947" name="PlaceHolder 4"/>
          <p:cNvSpPr>
            <a:spLocks noGrp="1"/>
          </p:cNvSpPr>
          <p:nvPr>
            <p:ph type="dt" idx="12"/>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p>
        </p:txBody>
      </p:sp>
      <p:sp>
        <p:nvSpPr>
          <p:cNvPr id="948" name="PlaceHolder 5"/>
          <p:cNvSpPr>
            <a:spLocks noGrp="1"/>
          </p:cNvSpPr>
          <p:nvPr>
            <p:ph type="ftr" idx="13"/>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p>
        </p:txBody>
      </p:sp>
      <p:sp>
        <p:nvSpPr>
          <p:cNvPr id="949" name="PlaceHolder 6"/>
          <p:cNvSpPr>
            <a:spLocks noGrp="1"/>
          </p:cNvSpPr>
          <p:nvPr>
            <p:ph type="sldNum" idx="14"/>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1B459BAF-E995-4435-AD9D-6E92FA4BCA56}"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8" name="PlaceHolder 1"/>
          <p:cNvSpPr>
            <a:spLocks noGrp="1" noRot="1" noChangeAspect="1"/>
          </p:cNvSpPr>
          <p:nvPr>
            <p:ph type="sldImg"/>
          </p:nvPr>
        </p:nvSpPr>
        <p:spPr>
          <a:xfrm>
            <a:off x="685800" y="1143000"/>
            <a:ext cx="5486400" cy="3086100"/>
          </a:xfrm>
          <a:prstGeom prst="rect">
            <a:avLst/>
          </a:prstGeom>
          <a:ln w="0">
            <a:noFill/>
          </a:ln>
        </p:spPr>
      </p:sp>
      <p:sp>
        <p:nvSpPr>
          <p:cNvPr id="110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da-DK" sz="2000" b="0" u="none" strike="noStrike">
                <a:solidFill>
                  <a:srgbClr val="000000"/>
                </a:solidFill>
                <a:effectLst/>
                <a:uFillTx/>
                <a:latin typeface="Arial"/>
              </a:rPr>
              <a:t>Får de studerende til at fortælle hvad der sker</a:t>
            </a:r>
            <a:endParaRPr lang="en-US" sz="2000" b="0" u="none" strike="noStrike">
              <a:solidFill>
                <a:srgbClr val="000000"/>
              </a:solidFill>
              <a:effectLst/>
              <a:uFillTx/>
              <a:latin typeface="Arial"/>
            </a:endParaRPr>
          </a:p>
        </p:txBody>
      </p:sp>
      <p:sp>
        <p:nvSpPr>
          <p:cNvPr id="1110"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628617E-AB63-4266-9976-6E7D985A5966}" type="slidenum">
              <a:rPr lang="en-US" sz="1200" b="0" u="none" strike="noStrike">
                <a:solidFill>
                  <a:srgbClr val="000000"/>
                </a:solidFill>
                <a:effectLst/>
                <a:uFillTx/>
                <a:latin typeface="Times New Roman"/>
              </a:rPr>
              <a:t>27</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design.aau.dk/skabeloner/powerpoint" TargetMode="External"/><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rugerguide">
    <p:bg>
      <p:bgPr>
        <a:solidFill>
          <a:srgbClr val="FFFFFF"/>
        </a:solidFill>
        <a:effectLst/>
      </p:bgPr>
    </p:bg>
    <p:spTree>
      <p:nvGrpSpPr>
        <p:cNvPr id="1" name=""/>
        <p:cNvGrpSpPr/>
        <p:nvPr/>
      </p:nvGrpSpPr>
      <p:grpSpPr>
        <a:xfrm>
          <a:off x="0" y="0"/>
          <a:ext cx="0" cy="0"/>
          <a:chOff x="0" y="0"/>
          <a:chExt cx="0" cy="0"/>
        </a:xfrm>
      </p:grpSpPr>
      <p:grpSp>
        <p:nvGrpSpPr>
          <p:cNvPr id="2" name="Gruppe 57"/>
          <p:cNvGrpSpPr/>
          <p:nvPr/>
        </p:nvGrpSpPr>
        <p:grpSpPr>
          <a:xfrm>
            <a:off x="5466600" y="6027120"/>
            <a:ext cx="1272240" cy="668520"/>
            <a:chOff x="5466600" y="6027120"/>
            <a:chExt cx="1272240" cy="668520"/>
          </a:xfrm>
        </p:grpSpPr>
        <p:grpSp>
          <p:nvGrpSpPr>
            <p:cNvPr id="3" name="Gruppe 55"/>
            <p:cNvGrpSpPr/>
            <p:nvPr/>
          </p:nvGrpSpPr>
          <p:grpSpPr>
            <a:xfrm>
              <a:off x="5466600" y="6631920"/>
              <a:ext cx="1272240" cy="63720"/>
              <a:chOff x="5466600" y="6631920"/>
              <a:chExt cx="1272240" cy="63720"/>
            </a:xfrm>
          </p:grpSpPr>
          <p:sp>
            <p:nvSpPr>
              <p:cNvPr id="4"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5640" tIns="30600" rIns="35640" bIns="30600" numCol="1" spcCol="0" anchor="t">
                <a:noAutofit/>
              </a:bodyPr>
              <a:lstStyle/>
              <a:p>
                <a:endParaRPr lang="da-DK" sz="1800" b="0" u="none" strike="noStrike">
                  <a:solidFill>
                    <a:schemeClr val="dk1"/>
                  </a:solidFill>
                  <a:effectLst/>
                  <a:uFillTx/>
                  <a:latin typeface="Consolas"/>
                </a:endParaRPr>
              </a:p>
            </p:txBody>
          </p:sp>
          <p:sp>
            <p:nvSpPr>
              <p:cNvPr id="5"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6360" tIns="30600" rIns="36360" bIns="30600" numCol="1" spcCol="0" anchor="t">
                <a:noAutofit/>
              </a:bodyPr>
              <a:lstStyle/>
              <a:p>
                <a:endParaRPr lang="da-DK" sz="1800" b="0" u="none" strike="noStrike">
                  <a:solidFill>
                    <a:schemeClr val="dk1"/>
                  </a:solidFill>
                  <a:effectLst/>
                  <a:uFillTx/>
                  <a:latin typeface="Consolas"/>
                </a:endParaRPr>
              </a:p>
            </p:txBody>
          </p:sp>
          <p:sp>
            <p:nvSpPr>
              <p:cNvPr id="6"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7"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720" tIns="30600" rIns="27720" bIns="30600" numCol="1" spcCol="0" anchor="t">
                <a:noAutofit/>
              </a:bodyPr>
              <a:lstStyle/>
              <a:p>
                <a:endParaRPr lang="da-DK" sz="1800" b="0" u="none" strike="noStrike">
                  <a:solidFill>
                    <a:schemeClr val="dk1"/>
                  </a:solidFill>
                  <a:effectLst/>
                  <a:uFillTx/>
                  <a:latin typeface="Consolas"/>
                </a:endParaRPr>
              </a:p>
            </p:txBody>
          </p:sp>
          <p:sp>
            <p:nvSpPr>
              <p:cNvPr id="8"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2040" rIns="29160" bIns="32040" numCol="1" spcCol="0" anchor="t">
                <a:noAutofit/>
              </a:bodyPr>
              <a:lstStyle/>
              <a:p>
                <a:endParaRPr lang="da-DK" sz="1800" b="0" u="none" strike="noStrike">
                  <a:solidFill>
                    <a:schemeClr val="dk1"/>
                  </a:solidFill>
                  <a:effectLst/>
                  <a:uFillTx/>
                  <a:latin typeface="Consolas"/>
                </a:endParaRPr>
              </a:p>
            </p:txBody>
          </p:sp>
          <p:sp>
            <p:nvSpPr>
              <p:cNvPr id="9"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10"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11"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12"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13"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14"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4200" tIns="30600" rIns="34200" bIns="30600" numCol="1" spcCol="0" anchor="t">
                <a:noAutofit/>
              </a:bodyPr>
              <a:lstStyle/>
              <a:p>
                <a:endParaRPr lang="da-DK" sz="1800" b="0" u="none" strike="noStrike">
                  <a:solidFill>
                    <a:schemeClr val="dk1"/>
                  </a:solidFill>
                  <a:effectLst/>
                  <a:uFillTx/>
                  <a:latin typeface="Consolas"/>
                </a:endParaRPr>
              </a:p>
            </p:txBody>
          </p:sp>
          <p:sp>
            <p:nvSpPr>
              <p:cNvPr id="15"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16"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0600" rIns="29160" bIns="30600" numCol="1" spcCol="0" anchor="t">
                <a:noAutofit/>
              </a:bodyPr>
              <a:lstStyle/>
              <a:p>
                <a:endParaRPr lang="da-DK" sz="1800" b="0" u="none" strike="noStrike">
                  <a:solidFill>
                    <a:schemeClr val="dk1"/>
                  </a:solidFill>
                  <a:effectLst/>
                  <a:uFillTx/>
                  <a:latin typeface="Consolas"/>
                </a:endParaRPr>
              </a:p>
            </p:txBody>
          </p:sp>
          <p:sp>
            <p:nvSpPr>
              <p:cNvPr id="17"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18"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19"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20"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21"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grpSp>
        <p:grpSp>
          <p:nvGrpSpPr>
            <p:cNvPr id="22" name="Gruppe 56"/>
            <p:cNvGrpSpPr/>
            <p:nvPr/>
          </p:nvGrpSpPr>
          <p:grpSpPr>
            <a:xfrm>
              <a:off x="5864400" y="6027120"/>
              <a:ext cx="413640" cy="439920"/>
              <a:chOff x="5864400" y="6027120"/>
              <a:chExt cx="413640" cy="439920"/>
            </a:xfrm>
          </p:grpSpPr>
          <p:sp>
            <p:nvSpPr>
              <p:cNvPr id="23"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4"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5"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grpSp>
      </p:grpSp>
      <p:grpSp>
        <p:nvGrpSpPr>
          <p:cNvPr id="26" name="Gruppe 80"/>
          <p:cNvGrpSpPr/>
          <p:nvPr/>
        </p:nvGrpSpPr>
        <p:grpSpPr>
          <a:xfrm>
            <a:off x="-3600" y="657360"/>
            <a:ext cx="405000" cy="1182240"/>
            <a:chOff x="-3600" y="657360"/>
            <a:chExt cx="405000" cy="1182240"/>
          </a:xfrm>
        </p:grpSpPr>
        <p:sp>
          <p:nvSpPr>
            <p:cNvPr id="27" name="Freeform 53"/>
            <p:cNvSpPr/>
            <p:nvPr/>
          </p:nvSpPr>
          <p:spPr>
            <a:xfrm>
              <a:off x="3283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28" name="Freeform 54"/>
            <p:cNvSpPr/>
            <p:nvPr/>
          </p:nvSpPr>
          <p:spPr>
            <a:xfrm>
              <a:off x="2365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rIns="71280" numCol="1" spcCol="0" anchor="t">
              <a:noAutofit/>
            </a:bodyPr>
            <a:lstStyle/>
            <a:p>
              <a:endParaRPr lang="da-DK" sz="1800" b="0" u="none" strike="noStrike">
                <a:solidFill>
                  <a:schemeClr val="dk1"/>
                </a:solidFill>
                <a:effectLst/>
                <a:uFillTx/>
                <a:latin typeface="Consolas"/>
              </a:endParaRPr>
            </a:p>
          </p:txBody>
        </p:sp>
        <p:sp>
          <p:nvSpPr>
            <p:cNvPr id="29" name="Freeform 55"/>
            <p:cNvSpPr/>
            <p:nvPr/>
          </p:nvSpPr>
          <p:spPr>
            <a:xfrm>
              <a:off x="12492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0" name="Freeform 56"/>
            <p:cNvSpPr/>
            <p:nvPr/>
          </p:nvSpPr>
          <p:spPr>
            <a:xfrm>
              <a:off x="-360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1" name="Freeform 57"/>
            <p:cNvSpPr/>
            <p:nvPr/>
          </p:nvSpPr>
          <p:spPr>
            <a:xfrm>
              <a:off x="-360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2" name="Freeform 58"/>
            <p:cNvSpPr/>
            <p:nvPr/>
          </p:nvSpPr>
          <p:spPr>
            <a:xfrm>
              <a:off x="-360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3" name="Freeform 59"/>
            <p:cNvSpPr/>
            <p:nvPr/>
          </p:nvSpPr>
          <p:spPr>
            <a:xfrm>
              <a:off x="-360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4" name="Freeform 60"/>
            <p:cNvSpPr/>
            <p:nvPr/>
          </p:nvSpPr>
          <p:spPr>
            <a:xfrm>
              <a:off x="-360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5" name="Freeform 61"/>
            <p:cNvSpPr/>
            <p:nvPr/>
          </p:nvSpPr>
          <p:spPr>
            <a:xfrm>
              <a:off x="-360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6" name="Freeform 62"/>
            <p:cNvSpPr/>
            <p:nvPr/>
          </p:nvSpPr>
          <p:spPr>
            <a:xfrm>
              <a:off x="-360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7" name="Freeform 63"/>
            <p:cNvSpPr/>
            <p:nvPr/>
          </p:nvSpPr>
          <p:spPr>
            <a:xfrm>
              <a:off x="-360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8" name="Freeform 64"/>
            <p:cNvSpPr/>
            <p:nvPr/>
          </p:nvSpPr>
          <p:spPr>
            <a:xfrm>
              <a:off x="-360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9" name="Freeform 65"/>
            <p:cNvSpPr/>
            <p:nvPr/>
          </p:nvSpPr>
          <p:spPr>
            <a:xfrm>
              <a:off x="-360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40" name="Freeform 66"/>
            <p:cNvSpPr/>
            <p:nvPr/>
          </p:nvSpPr>
          <p:spPr>
            <a:xfrm>
              <a:off x="-360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41" name="Freeform 67"/>
            <p:cNvSpPr/>
            <p:nvPr/>
          </p:nvSpPr>
          <p:spPr>
            <a:xfrm>
              <a:off x="-360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42" name="Freeform 68"/>
            <p:cNvSpPr/>
            <p:nvPr/>
          </p:nvSpPr>
          <p:spPr>
            <a:xfrm>
              <a:off x="-360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43" name="Freeform 69"/>
            <p:cNvSpPr/>
            <p:nvPr/>
          </p:nvSpPr>
          <p:spPr>
            <a:xfrm>
              <a:off x="-360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44" name="Freeform 70"/>
            <p:cNvSpPr/>
            <p:nvPr/>
          </p:nvSpPr>
          <p:spPr>
            <a:xfrm>
              <a:off x="-360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45" name="Freeform 71"/>
            <p:cNvSpPr/>
            <p:nvPr/>
          </p:nvSpPr>
          <p:spPr>
            <a:xfrm>
              <a:off x="-360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tIns="32040" bIns="32040" numCol="1" spcCol="0" anchor="t">
              <a:noAutofit/>
            </a:bodyPr>
            <a:lstStyle/>
            <a:p>
              <a:endParaRPr lang="da-DK" sz="1800" b="0" u="none" strike="noStrike">
                <a:solidFill>
                  <a:schemeClr val="dk1"/>
                </a:solidFill>
                <a:effectLst/>
                <a:uFillTx/>
                <a:latin typeface="Consolas"/>
              </a:endParaRPr>
            </a:p>
          </p:txBody>
        </p:sp>
      </p:grpSp>
      <p:sp>
        <p:nvSpPr>
          <p:cNvPr id="46" name="Rektangel 1"/>
          <p:cNvSpPr/>
          <p:nvPr/>
        </p:nvSpPr>
        <p:spPr>
          <a:xfrm>
            <a:off x="505800" y="1154880"/>
            <a:ext cx="809100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u="none" strike="noStrike">
                <a:solidFill>
                  <a:srgbClr val="DF6752"/>
                </a:solidFill>
                <a:effectLst/>
                <a:uFillTx/>
                <a:latin typeface="Consolas"/>
              </a:rPr>
              <a:t>- SLET DETTE SLIDE, FØR DU FÆRDIGGØR PRÆSENTATIONEN</a:t>
            </a:r>
            <a:endParaRPr lang="en-US" sz="1800" b="0" u="none" strike="noStrike">
              <a:solidFill>
                <a:srgbClr val="000000"/>
              </a:solidFill>
              <a:effectLst/>
              <a:uFillTx/>
              <a:latin typeface="Arial"/>
            </a:endParaRPr>
          </a:p>
        </p:txBody>
      </p:sp>
      <p:sp>
        <p:nvSpPr>
          <p:cNvPr id="47" name="Text Box 48"/>
          <p:cNvSpPr/>
          <p:nvPr/>
        </p:nvSpPr>
        <p:spPr>
          <a:xfrm>
            <a:off x="587520" y="1960560"/>
            <a:ext cx="2327400" cy="3208320"/>
          </a:xfrm>
          <a:prstGeom prst="rect">
            <a:avLst/>
          </a:prstGeom>
          <a:noFill/>
          <a:ln w="0">
            <a:noFill/>
          </a:ln>
        </p:spPr>
        <p:style>
          <a:lnRef idx="0">
            <a:scrgbClr r="0" g="0" b="0"/>
          </a:lnRef>
          <a:fillRef idx="0">
            <a:scrgbClr r="0" g="0" b="0"/>
          </a:fillRef>
          <a:effectRef idx="0">
            <a:scrgbClr r="0" g="0" b="0"/>
          </a:effectRef>
          <a:fontRef idx="minor"/>
        </p:style>
        <p:txBody>
          <a:bodyPr lIns="0" tIns="0" rIns="144000" bIns="0" anchor="t">
            <a:spAutoFit/>
          </a:bodyPr>
          <a:lstStyle/>
          <a:p>
            <a:pPr defTabSz="914400">
              <a:lnSpc>
                <a:spcPct val="100000"/>
              </a:lnSpc>
              <a:spcAft>
                <a:spcPts val="601"/>
              </a:spcAft>
            </a:pPr>
            <a:r>
              <a:rPr lang="da-DK" sz="1000" b="1" u="none" strike="noStrike" spc="300">
                <a:solidFill>
                  <a:schemeClr val="dk1"/>
                </a:solidFill>
                <a:effectLst/>
                <a:uFillTx/>
                <a:latin typeface="Consolas"/>
              </a:rPr>
              <a:t>AAU-SKABELONER TIL POWERPOINT</a:t>
            </a:r>
            <a:br>
              <a:rPr sz="1000"/>
            </a:br>
            <a:br>
              <a:rPr sz="1000"/>
            </a:br>
            <a:r>
              <a:rPr lang="da-DK" sz="900" b="0" u="none" strike="noStrike">
                <a:solidFill>
                  <a:schemeClr val="dk1"/>
                </a:solidFill>
                <a:effectLst/>
                <a:uFillTx/>
                <a:latin typeface="Consolas"/>
                <a:ea typeface="Calibri"/>
              </a:rPr>
              <a:t>Når du åbner PowerPoint på din pc, kan du vælge mellem to skabeloner i 16:9-format med enten det danske eller engelske AAU-logo.</a:t>
            </a:r>
            <a:endParaRPr lang="en-US" sz="900" b="0" u="none" strike="noStrike">
              <a:solidFill>
                <a:srgbClr val="000000"/>
              </a:solidFill>
              <a:effectLst/>
              <a:uFillTx/>
              <a:latin typeface="Arial"/>
            </a:endParaRPr>
          </a:p>
          <a:p>
            <a:pPr defTabSz="914400">
              <a:lnSpc>
                <a:spcPct val="100000"/>
              </a:lnSpc>
              <a:spcAft>
                <a:spcPts val="1001"/>
              </a:spcAft>
            </a:pPr>
            <a:r>
              <a:rPr lang="da-DK" sz="900" b="0" u="none" strike="noStrike">
                <a:solidFill>
                  <a:schemeClr val="dk1"/>
                </a:solidFill>
                <a:effectLst/>
                <a:uFillTx/>
                <a:latin typeface="Consolas"/>
                <a:ea typeface="Calibri"/>
              </a:rPr>
              <a:t>Det er også muligt at hente PowerPoint-skabelonerne på: </a:t>
            </a:r>
            <a:r>
              <a:rPr lang="da-DK" sz="900" b="0" u="sng" strike="noStrike">
                <a:solidFill>
                  <a:schemeClr val="dk1"/>
                </a:solidFill>
                <a:effectLst/>
                <a:uFillTx/>
                <a:latin typeface="Consolas"/>
                <a:ea typeface="Calibri"/>
                <a:hlinkClick r:id="rId2"/>
              </a:rPr>
              <a:t>www.design.aau.dk/skabeloner/</a:t>
            </a:r>
            <a:r>
              <a:rPr lang="da-DK" sz="900" b="0" u="sng" strike="noStrike">
                <a:solidFill>
                  <a:schemeClr val="dk1"/>
                </a:solidFill>
                <a:effectLst/>
                <a:uFillTx/>
                <a:latin typeface="Consolas"/>
                <a:ea typeface="Calibri"/>
                <a:hlinkClick r:id="rId2"/>
              </a:rPr>
              <a:t>powerpoint</a:t>
            </a:r>
            <a:r>
              <a:rPr lang="da-DK" sz="900" b="0" u="none" strike="noStrike">
                <a:solidFill>
                  <a:schemeClr val="dk1"/>
                </a:solidFill>
                <a:effectLst/>
                <a:uFillTx/>
                <a:latin typeface="Consolas"/>
                <a:ea typeface="Calibri"/>
              </a:rPr>
              <a:t>. Her kan du også hente den generelle AAU PowerPoint til inspiration. Denne vil løbende blive opdateret med de nyeste tal og informationer. Du kan her slette de slides du ikke vil bruge. </a:t>
            </a:r>
            <a:endParaRPr lang="en-US" sz="900" b="0" u="none" strike="noStrike">
              <a:solidFill>
                <a:srgbClr val="000000"/>
              </a:solidFill>
              <a:effectLst/>
              <a:uFillTx/>
              <a:latin typeface="Arial"/>
            </a:endParaRPr>
          </a:p>
          <a:p>
            <a:pPr defTabSz="914400">
              <a:lnSpc>
                <a:spcPct val="100000"/>
              </a:lnSpc>
              <a:spcAft>
                <a:spcPts val="1001"/>
              </a:spcAft>
              <a:tabLst>
                <a:tab pos="0" algn="l"/>
              </a:tabLst>
            </a:pPr>
            <a:r>
              <a:rPr lang="da-DK" sz="1000" b="1" u="none" strike="noStrike" spc="300">
                <a:solidFill>
                  <a:schemeClr val="dk1"/>
                </a:solidFill>
                <a:effectLst/>
                <a:uFillTx/>
                <a:latin typeface="Arial"/>
                <a:ea typeface="Calibri"/>
              </a:rPr>
              <a:t>SKRIFT</a:t>
            </a:r>
            <a:br>
              <a:rPr sz="1000"/>
            </a:br>
            <a:br>
              <a:rPr sz="1050"/>
            </a:br>
            <a:r>
              <a:rPr lang="da-DK" sz="900" b="0" u="none" strike="noStrike">
                <a:solidFill>
                  <a:schemeClr val="dk1"/>
                </a:solidFill>
                <a:effectLst/>
                <a:uFillTx/>
                <a:latin typeface="Arial"/>
                <a:ea typeface="Calibri"/>
              </a:rPr>
              <a:t>AAU anvender vores sekundære skrifttype Arial i PowerPoint-præsentationer.</a:t>
            </a:r>
            <a:endParaRPr lang="en-US" sz="900" b="0" u="none" strike="noStrike">
              <a:solidFill>
                <a:srgbClr val="000000"/>
              </a:solidFill>
              <a:effectLst/>
              <a:uFillTx/>
              <a:latin typeface="Arial"/>
            </a:endParaRPr>
          </a:p>
          <a:p>
            <a:pPr defTabSz="914400">
              <a:lnSpc>
                <a:spcPct val="115000"/>
              </a:lnSpc>
              <a:spcAft>
                <a:spcPts val="1001"/>
              </a:spcAft>
              <a:tabLst>
                <a:tab pos="0" algn="l"/>
              </a:tabLst>
            </a:pPr>
            <a:endParaRPr lang="en-US" sz="900" b="0" u="none" strike="noStrike">
              <a:solidFill>
                <a:srgbClr val="000000"/>
              </a:solidFill>
              <a:effectLst/>
              <a:uFillTx/>
              <a:latin typeface="Arial"/>
            </a:endParaRPr>
          </a:p>
        </p:txBody>
      </p:sp>
      <p:sp>
        <p:nvSpPr>
          <p:cNvPr id="48" name="Text Box 48"/>
          <p:cNvSpPr/>
          <p:nvPr/>
        </p:nvSpPr>
        <p:spPr>
          <a:xfrm>
            <a:off x="6269400" y="1960560"/>
            <a:ext cx="2327400" cy="3820680"/>
          </a:xfrm>
          <a:prstGeom prst="rect">
            <a:avLst/>
          </a:prstGeom>
          <a:noFill/>
          <a:ln w="0">
            <a:noFill/>
          </a:ln>
        </p:spPr>
        <p:style>
          <a:lnRef idx="0">
            <a:scrgbClr r="0" g="0" b="0"/>
          </a:lnRef>
          <a:fillRef idx="0">
            <a:scrgbClr r="0" g="0" b="0"/>
          </a:fillRef>
          <a:effectRef idx="0">
            <a:scrgbClr r="0" g="0" b="0"/>
          </a:effectRef>
          <a:fontRef idx="minor"/>
        </p:style>
        <p:txBody>
          <a:bodyPr lIns="0" tIns="0" rIns="144000" bIns="0" anchor="t">
            <a:spAutoFit/>
          </a:bodyPr>
          <a:lstStyle/>
          <a:p>
            <a:pPr defTabSz="914400">
              <a:lnSpc>
                <a:spcPct val="90000"/>
              </a:lnSpc>
              <a:spcAft>
                <a:spcPts val="601"/>
              </a:spcAft>
            </a:pPr>
            <a:r>
              <a:rPr lang="da-DK" sz="1000" b="1" u="none" strike="noStrike" spc="300">
                <a:solidFill>
                  <a:schemeClr val="dk1"/>
                </a:solidFill>
                <a:effectLst/>
                <a:uFillTx/>
                <a:latin typeface="Consolas"/>
              </a:rPr>
              <a:t>SKABELONENS FARVER</a:t>
            </a:r>
            <a:endParaRPr lang="en-US" sz="1000" b="0" u="none" strike="noStrike">
              <a:solidFill>
                <a:srgbClr val="000000"/>
              </a:solidFill>
              <a:effectLst/>
              <a:uFillTx/>
              <a:latin typeface="Arial"/>
            </a:endParaRPr>
          </a:p>
          <a:p>
            <a:pPr defTabSz="914400">
              <a:lnSpc>
                <a:spcPct val="90000"/>
              </a:lnSpc>
              <a:spcAft>
                <a:spcPts val="601"/>
              </a:spcAft>
            </a:pPr>
            <a:br>
              <a:rPr sz="1100"/>
            </a:br>
            <a:r>
              <a:rPr lang="da-DK" sz="900" b="0" u="none" strike="noStrike">
                <a:solidFill>
                  <a:schemeClr val="dk1"/>
                </a:solidFill>
                <a:effectLst/>
                <a:uFillTx/>
                <a:latin typeface="Arial"/>
              </a:rPr>
              <a:t>Du kan vælge mellem en række farver til baggrunde og grafer.</a:t>
            </a:r>
            <a:endParaRPr lang="en-US" sz="900" b="0" u="none" strike="noStrike">
              <a:solidFill>
                <a:srgbClr val="000000"/>
              </a:solidFill>
              <a:effectLst/>
              <a:uFillTx/>
              <a:latin typeface="Arial"/>
            </a:endParaRPr>
          </a:p>
          <a:p>
            <a:pPr defTabSz="914400">
              <a:lnSpc>
                <a:spcPct val="90000"/>
              </a:lnSpc>
              <a:spcAft>
                <a:spcPts val="601"/>
              </a:spcAft>
            </a:pPr>
            <a:r>
              <a:rPr lang="da-DK" sz="900" b="0" u="none" strike="noStrike">
                <a:solidFill>
                  <a:schemeClr val="dk1"/>
                </a:solidFill>
                <a:effectLst/>
                <a:uFillTx/>
                <a:latin typeface="Arial"/>
              </a:rPr>
              <a:t>Højreklik på den flade, du vil skifte farve på, og derefter malerbøtte-ikonet (Fyldfarve til figur)</a:t>
            </a:r>
            <a:endParaRPr lang="en-US" sz="900" b="0" u="none" strike="noStrike">
              <a:solidFill>
                <a:srgbClr val="000000"/>
              </a:solidFill>
              <a:effectLst/>
              <a:uFillTx/>
              <a:latin typeface="Arial"/>
            </a:endParaRPr>
          </a:p>
          <a:p>
            <a:pPr defTabSz="914400">
              <a:lnSpc>
                <a:spcPct val="90000"/>
              </a:lnSpc>
              <a:spcAft>
                <a:spcPts val="601"/>
              </a:spcAft>
            </a:pPr>
            <a:endParaRPr lang="en-US" sz="1000" b="0" u="none" strike="noStrike">
              <a:solidFill>
                <a:srgbClr val="000000"/>
              </a:solidFill>
              <a:effectLst/>
              <a:uFillTx/>
              <a:latin typeface="Arial"/>
            </a:endParaRPr>
          </a:p>
          <a:p>
            <a:pPr defTabSz="914400">
              <a:lnSpc>
                <a:spcPct val="90000"/>
              </a:lnSpc>
              <a:spcAft>
                <a:spcPts val="601"/>
              </a:spcAft>
            </a:pPr>
            <a:r>
              <a:rPr lang="da-DK" sz="1000" b="1" u="none" strike="noStrike" spc="300">
                <a:solidFill>
                  <a:schemeClr val="dk1"/>
                </a:solidFill>
                <a:effectLst/>
                <a:uFillTx/>
                <a:latin typeface="Consolas"/>
              </a:rPr>
              <a:t>BILLEDSTØRRELSER</a:t>
            </a:r>
            <a:endParaRPr lang="en-US" sz="1000" b="0" u="none" strike="noStrike">
              <a:solidFill>
                <a:srgbClr val="000000"/>
              </a:solidFill>
              <a:effectLst/>
              <a:uFillTx/>
              <a:latin typeface="Arial"/>
            </a:endParaRPr>
          </a:p>
          <a:p>
            <a:pPr defTabSz="914400">
              <a:lnSpc>
                <a:spcPct val="90000"/>
              </a:lnSpc>
              <a:spcAft>
                <a:spcPts val="601"/>
              </a:spcAft>
            </a:pPr>
            <a:br>
              <a:rPr sz="1000"/>
            </a:br>
            <a:r>
              <a:rPr lang="da-DK" sz="900" b="0" u="none" strike="noStrike">
                <a:solidFill>
                  <a:schemeClr val="dk1"/>
                </a:solidFill>
                <a:effectLst/>
                <a:uFillTx/>
                <a:latin typeface="Consolas"/>
              </a:rPr>
              <a:t>Sørg for at bruge højkvalitetsbilleder i de forskellige layouts. Undgå at skulle skalerer små billeder op, da dette vil gøre dem pixileret og se uprofessionelt ud. </a:t>
            </a:r>
            <a:endParaRPr lang="en-US" sz="900" b="0" u="none" strike="noStrike">
              <a:solidFill>
                <a:srgbClr val="000000"/>
              </a:solidFill>
              <a:effectLst/>
              <a:uFillTx/>
              <a:latin typeface="Arial"/>
            </a:endParaRPr>
          </a:p>
          <a:p>
            <a:pPr defTabSz="914400">
              <a:lnSpc>
                <a:spcPct val="90000"/>
              </a:lnSpc>
              <a:spcAft>
                <a:spcPts val="601"/>
              </a:spcAft>
            </a:pPr>
            <a:r>
              <a:rPr lang="da-DK" sz="900" b="0" u="none" strike="noStrike">
                <a:solidFill>
                  <a:schemeClr val="dk1"/>
                </a:solidFill>
                <a:effectLst/>
                <a:uFillTx/>
                <a:latin typeface="Consolas"/>
              </a:rPr>
              <a:t>Via Skyfish vil i kunne søge og downloade højkvalitetsbilleder fra AAU. </a:t>
            </a:r>
            <a:endParaRPr lang="en-US" sz="900" b="0" u="none" strike="noStrike">
              <a:solidFill>
                <a:srgbClr val="000000"/>
              </a:solidFill>
              <a:effectLst/>
              <a:uFillTx/>
              <a:latin typeface="Arial"/>
            </a:endParaRPr>
          </a:p>
          <a:p>
            <a:pPr defTabSz="914400">
              <a:lnSpc>
                <a:spcPct val="90000"/>
              </a:lnSpc>
              <a:spcAft>
                <a:spcPts val="601"/>
              </a:spcAft>
            </a:pPr>
            <a:r>
              <a:rPr lang="da-DK" sz="900" b="0" u="none" strike="noStrike">
                <a:solidFill>
                  <a:schemeClr val="dk1"/>
                </a:solidFill>
                <a:effectLst/>
                <a:uFillTx/>
                <a:latin typeface="Consolas"/>
              </a:rPr>
              <a:t>Mange højkvalitetsbilleder giver selvfølgelig en stor filstørrelse på PowerPointen. Hvis dette bliver et problem, kan det løses når i gemmer præsentationen under: </a:t>
            </a:r>
            <a:br>
              <a:rPr sz="900"/>
            </a:br>
            <a:r>
              <a:rPr lang="da-DK" sz="900" b="1" u="none" strike="noStrike">
                <a:solidFill>
                  <a:schemeClr val="dk1"/>
                </a:solidFill>
                <a:effectLst/>
                <a:uFillTx/>
                <a:latin typeface="Consolas"/>
              </a:rPr>
              <a:t>Gem som  - Gennemse - Komprimeringsindstillinger. </a:t>
            </a:r>
            <a:r>
              <a:rPr lang="da-DK" sz="900" b="0" u="none" strike="noStrike">
                <a:solidFill>
                  <a:schemeClr val="dk1"/>
                </a:solidFill>
                <a:effectLst/>
                <a:uFillTx/>
                <a:latin typeface="Consolas"/>
              </a:rPr>
              <a:t>Sørg dog for ikke at gemme under 150 ppi. </a:t>
            </a:r>
            <a:endParaRPr lang="en-US" sz="900" b="0" u="none" strike="noStrike">
              <a:solidFill>
                <a:srgbClr val="000000"/>
              </a:solidFill>
              <a:effectLst/>
              <a:uFillTx/>
              <a:latin typeface="Arial"/>
            </a:endParaRPr>
          </a:p>
        </p:txBody>
      </p:sp>
      <p:sp>
        <p:nvSpPr>
          <p:cNvPr id="49" name="Text Box 48"/>
          <p:cNvSpPr/>
          <p:nvPr/>
        </p:nvSpPr>
        <p:spPr>
          <a:xfrm>
            <a:off x="9115920" y="1959840"/>
            <a:ext cx="2284920" cy="3565080"/>
          </a:xfrm>
          <a:prstGeom prst="rect">
            <a:avLst/>
          </a:prstGeom>
          <a:noFill/>
          <a:ln w="0">
            <a:noFill/>
          </a:ln>
        </p:spPr>
        <p:style>
          <a:lnRef idx="0">
            <a:scrgbClr r="0" g="0" b="0"/>
          </a:lnRef>
          <a:fillRef idx="0">
            <a:scrgbClr r="0" g="0" b="0"/>
          </a:fillRef>
          <a:effectRef idx="0">
            <a:scrgbClr r="0" g="0" b="0"/>
          </a:effectRef>
          <a:fontRef idx="minor"/>
        </p:style>
        <p:txBody>
          <a:bodyPr lIns="0" tIns="0" rIns="144000" bIns="0" anchor="t">
            <a:spAutoFit/>
          </a:bodyPr>
          <a:lstStyle/>
          <a:p>
            <a:pPr defTabSz="914400">
              <a:lnSpc>
                <a:spcPct val="90000"/>
              </a:lnSpc>
              <a:spcAft>
                <a:spcPts val="601"/>
              </a:spcAft>
            </a:pPr>
            <a:r>
              <a:rPr lang="da-DK" sz="1000" b="1" u="none" strike="noStrike" spc="300">
                <a:solidFill>
                  <a:schemeClr val="dk1"/>
                </a:solidFill>
                <a:effectLst/>
                <a:uFillTx/>
                <a:latin typeface="Arial"/>
              </a:rPr>
              <a:t>INDSÆT BILLEDE</a:t>
            </a:r>
            <a:endParaRPr lang="en-US" sz="1000" b="0" u="none" strike="noStrike">
              <a:solidFill>
                <a:srgbClr val="000000"/>
              </a:solidFill>
              <a:effectLst/>
              <a:uFillTx/>
              <a:latin typeface="Arial"/>
            </a:endParaRPr>
          </a:p>
          <a:p>
            <a:pPr defTabSz="914400">
              <a:lnSpc>
                <a:spcPct val="90000"/>
              </a:lnSpc>
              <a:spcAft>
                <a:spcPts val="601"/>
              </a:spcAft>
            </a:pPr>
            <a:br>
              <a:rPr sz="1100"/>
            </a:br>
            <a:r>
              <a:rPr lang="da-DK" sz="900" b="0" u="none" strike="noStrike">
                <a:solidFill>
                  <a:schemeClr val="dk1"/>
                </a:solidFill>
                <a:effectLst/>
                <a:uFillTx/>
                <a:latin typeface="Arial"/>
              </a:rPr>
              <a:t>På layouts med billedholder: Klik på ikon og vælg </a:t>
            </a:r>
            <a:r>
              <a:rPr lang="da-DK" sz="900" b="1" u="none" strike="noStrike">
                <a:solidFill>
                  <a:schemeClr val="dk1"/>
                </a:solidFill>
                <a:effectLst/>
                <a:uFillTx/>
                <a:latin typeface="Arial"/>
              </a:rPr>
              <a:t>Indsæt</a:t>
            </a:r>
            <a:endParaRPr lang="en-US" sz="900" b="0" u="none" strike="noStrike">
              <a:solidFill>
                <a:srgbClr val="000000"/>
              </a:solidFill>
              <a:effectLst/>
              <a:uFillTx/>
              <a:latin typeface="Arial"/>
            </a:endParaRPr>
          </a:p>
          <a:p>
            <a:pPr defTabSz="914400">
              <a:lnSpc>
                <a:spcPct val="90000"/>
              </a:lnSpc>
              <a:spcAft>
                <a:spcPts val="601"/>
              </a:spcAft>
            </a:pPr>
            <a:r>
              <a:rPr lang="da-DK" sz="900" b="0" u="none" strike="noStrike">
                <a:solidFill>
                  <a:schemeClr val="dk1"/>
                </a:solidFill>
                <a:effectLst/>
                <a:uFillTx/>
                <a:latin typeface="Arial"/>
              </a:rPr>
              <a:t>Teksten ”Klik her, hvis du vil udskifte billedet” bliver ikke vist i din præsentation.  </a:t>
            </a:r>
            <a:endParaRPr lang="en-US" sz="900" b="0" u="none" strike="noStrike">
              <a:solidFill>
                <a:srgbClr val="000000"/>
              </a:solidFill>
              <a:effectLst/>
              <a:uFillTx/>
              <a:latin typeface="Arial"/>
            </a:endParaRPr>
          </a:p>
          <a:p>
            <a:pPr defTabSz="914400">
              <a:lnSpc>
                <a:spcPct val="90000"/>
              </a:lnSpc>
              <a:spcAft>
                <a:spcPts val="601"/>
              </a:spcAft>
            </a:pPr>
            <a:endParaRPr lang="en-US" sz="1000" b="0" u="none" strike="noStrike">
              <a:solidFill>
                <a:srgbClr val="000000"/>
              </a:solidFill>
              <a:effectLst/>
              <a:uFillTx/>
              <a:latin typeface="Arial"/>
            </a:endParaRPr>
          </a:p>
          <a:p>
            <a:pPr defTabSz="914400">
              <a:lnSpc>
                <a:spcPct val="90000"/>
              </a:lnSpc>
              <a:spcAft>
                <a:spcPts val="601"/>
              </a:spcAft>
            </a:pPr>
            <a:r>
              <a:rPr lang="da-DK" sz="1000" b="1" u="none" strike="noStrike" spc="300">
                <a:solidFill>
                  <a:schemeClr val="dk1"/>
                </a:solidFill>
                <a:effectLst/>
                <a:uFillTx/>
                <a:latin typeface="Consolas"/>
              </a:rPr>
              <a:t>BESKÆR BILLEDE</a:t>
            </a:r>
            <a:endParaRPr lang="en-US" sz="1000" b="0" u="none" strike="noStrike">
              <a:solidFill>
                <a:srgbClr val="000000"/>
              </a:solidFill>
              <a:effectLst/>
              <a:uFillTx/>
              <a:latin typeface="Arial"/>
            </a:endParaRPr>
          </a:p>
          <a:p>
            <a:pPr defTabSz="914400">
              <a:lnSpc>
                <a:spcPct val="90000"/>
              </a:lnSpc>
              <a:spcAft>
                <a:spcPts val="601"/>
              </a:spcAft>
            </a:pPr>
            <a:br>
              <a:rPr sz="1000"/>
            </a:br>
            <a:r>
              <a:rPr lang="da-DK" sz="900" b="1" u="none" strike="noStrike">
                <a:solidFill>
                  <a:schemeClr val="dk1"/>
                </a:solidFill>
                <a:effectLst/>
                <a:uFillTx/>
                <a:latin typeface="Arial"/>
              </a:rPr>
              <a:t>1</a:t>
            </a:r>
            <a:r>
              <a:rPr lang="da-DK" sz="900" b="0" u="none" strike="noStrike">
                <a:solidFill>
                  <a:schemeClr val="dk1"/>
                </a:solidFill>
                <a:effectLst/>
                <a:uFillTx/>
                <a:latin typeface="Arial"/>
              </a:rPr>
              <a:t>. Klik </a:t>
            </a:r>
            <a:r>
              <a:rPr lang="da-DK" sz="900" b="1" u="none" strike="noStrike">
                <a:solidFill>
                  <a:schemeClr val="dk1"/>
                </a:solidFill>
                <a:effectLst/>
                <a:uFillTx/>
                <a:latin typeface="Arial"/>
              </a:rPr>
              <a:t>Beskær</a:t>
            </a:r>
            <a:r>
              <a:rPr lang="da-DK" sz="900" b="0" u="none" strike="noStrike">
                <a:solidFill>
                  <a:schemeClr val="dk1"/>
                </a:solidFill>
                <a:effectLst/>
                <a:uFillTx/>
                <a:latin typeface="Arial"/>
              </a:rPr>
              <a:t> </a:t>
            </a:r>
            <a:r>
              <a:rPr lang="da-DK" sz="900" b="0" i="1" u="none" strike="noStrike">
                <a:solidFill>
                  <a:schemeClr val="dk1"/>
                </a:solidFill>
                <a:effectLst/>
                <a:uFillTx/>
                <a:latin typeface="Arial"/>
              </a:rPr>
              <a:t>(højreklik på billedet og tryk på ikonet som er vist til højre) </a:t>
            </a:r>
            <a:r>
              <a:rPr lang="da-DK" sz="900" b="0" u="none" strike="noStrike">
                <a:solidFill>
                  <a:schemeClr val="dk1"/>
                </a:solidFill>
                <a:effectLst/>
                <a:uFillTx/>
                <a:latin typeface="Arial"/>
              </a:rPr>
              <a:t>for at ændre billedets fokus/størrelse</a:t>
            </a:r>
            <a:endParaRPr lang="en-US" sz="900" b="0" u="none" strike="noStrike">
              <a:solidFill>
                <a:srgbClr val="000000"/>
              </a:solidFill>
              <a:effectLst/>
              <a:uFillTx/>
              <a:latin typeface="Arial"/>
            </a:endParaRPr>
          </a:p>
          <a:p>
            <a:pPr defTabSz="914400">
              <a:lnSpc>
                <a:spcPct val="90000"/>
              </a:lnSpc>
              <a:spcAft>
                <a:spcPts val="601"/>
              </a:spcAft>
            </a:pPr>
            <a:r>
              <a:rPr lang="da-DK" sz="900" b="1" u="none" strike="noStrike">
                <a:solidFill>
                  <a:schemeClr val="dk1"/>
                </a:solidFill>
                <a:effectLst/>
                <a:uFillTx/>
                <a:latin typeface="Arial"/>
              </a:rPr>
              <a:t>2. </a:t>
            </a:r>
            <a:r>
              <a:rPr lang="da-DK" sz="900" b="0" u="none" strike="noStrike">
                <a:solidFill>
                  <a:schemeClr val="dk1"/>
                </a:solidFill>
                <a:effectLst/>
                <a:uFillTx/>
                <a:latin typeface="Arial"/>
              </a:rPr>
              <a:t>Ønsker du at skalere billedet </a:t>
            </a:r>
            <a:r>
              <a:rPr lang="da-DK" sz="900" b="0" i="1" u="none" strike="noStrike">
                <a:solidFill>
                  <a:schemeClr val="dk1"/>
                </a:solidFill>
                <a:effectLst/>
                <a:uFillTx/>
                <a:latin typeface="Arial"/>
              </a:rPr>
              <a:t>(ændre billedets størrelse uden at ændre dets proportioner), </a:t>
            </a:r>
            <a:r>
              <a:rPr lang="da-DK" sz="900" b="0" u="none" strike="noStrike">
                <a:solidFill>
                  <a:schemeClr val="dk1"/>
                </a:solidFill>
                <a:effectLst/>
                <a:uFillTx/>
                <a:latin typeface="Arial"/>
              </a:rPr>
              <a:t>så hold </a:t>
            </a:r>
            <a:r>
              <a:rPr lang="da-DK" sz="900" b="1" u="none" strike="noStrike">
                <a:solidFill>
                  <a:schemeClr val="dk1"/>
                </a:solidFill>
                <a:effectLst/>
                <a:uFillTx/>
                <a:latin typeface="Arial"/>
              </a:rPr>
              <a:t>SHIFT</a:t>
            </a:r>
            <a:r>
              <a:rPr lang="da-DK" sz="900" b="0" u="none" strike="noStrike">
                <a:solidFill>
                  <a:schemeClr val="dk1"/>
                </a:solidFill>
                <a:effectLst/>
                <a:uFillTx/>
                <a:latin typeface="Arial"/>
              </a:rPr>
              <a:t>-knappen nede, mens du trækker i billedets hjørner</a:t>
            </a:r>
            <a:endParaRPr lang="en-US" sz="900" b="0" u="none" strike="noStrike">
              <a:solidFill>
                <a:srgbClr val="000000"/>
              </a:solidFill>
              <a:effectLst/>
              <a:uFillTx/>
              <a:latin typeface="Arial"/>
            </a:endParaRPr>
          </a:p>
          <a:p>
            <a:pPr defTabSz="914400">
              <a:lnSpc>
                <a:spcPct val="90000"/>
              </a:lnSpc>
              <a:spcAft>
                <a:spcPts val="601"/>
              </a:spcAft>
            </a:pPr>
            <a:r>
              <a:rPr lang="da-DK" sz="900" b="1" u="none" strike="noStrike">
                <a:solidFill>
                  <a:schemeClr val="dk1"/>
                </a:solidFill>
                <a:effectLst/>
                <a:uFillTx/>
                <a:latin typeface="Arial"/>
              </a:rPr>
              <a:t>3. </a:t>
            </a:r>
            <a:r>
              <a:rPr lang="da-DK" sz="900" b="0" u="none" strike="noStrike">
                <a:solidFill>
                  <a:schemeClr val="dk1"/>
                </a:solidFill>
                <a:effectLst/>
                <a:uFillTx/>
                <a:latin typeface="Arial"/>
              </a:rPr>
              <a:t>Højreklik på billedet og vælg </a:t>
            </a:r>
            <a:r>
              <a:rPr lang="da-DK" sz="900" b="1" u="none" strike="noStrike">
                <a:solidFill>
                  <a:schemeClr val="dk1"/>
                </a:solidFill>
                <a:effectLst/>
                <a:uFillTx/>
                <a:latin typeface="Arial"/>
              </a:rPr>
              <a:t>Placer bagerst</a:t>
            </a:r>
            <a:endParaRPr lang="en-US" sz="900" b="0" u="none" strike="noStrike">
              <a:solidFill>
                <a:srgbClr val="000000"/>
              </a:solidFill>
              <a:effectLst/>
              <a:uFillTx/>
              <a:latin typeface="Arial"/>
            </a:endParaRPr>
          </a:p>
          <a:p>
            <a:pPr defTabSz="914400">
              <a:lnSpc>
                <a:spcPct val="90000"/>
              </a:lnSpc>
              <a:spcAft>
                <a:spcPts val="601"/>
              </a:spcAft>
            </a:pPr>
            <a:r>
              <a:rPr lang="da-DK" sz="900" b="1" u="none" strike="noStrike">
                <a:solidFill>
                  <a:schemeClr val="dk1"/>
                </a:solidFill>
                <a:effectLst/>
                <a:uFillTx/>
                <a:latin typeface="Arial"/>
              </a:rPr>
              <a:t>Tip: </a:t>
            </a:r>
            <a:r>
              <a:rPr lang="da-DK" sz="900" b="0" u="none" strike="noStrike">
                <a:solidFill>
                  <a:schemeClr val="dk1"/>
                </a:solidFill>
                <a:effectLst/>
                <a:uFillTx/>
                <a:latin typeface="Arial"/>
              </a:rPr>
              <a:t>Hvis du sletter billedet og indsætter et nyt, kan billedet lægge sig foran tekst og grafik. Hvis dette sker, skal du vælge billedet, højreklikke og vælge </a:t>
            </a:r>
            <a:r>
              <a:rPr lang="da-DK" sz="900" b="1" u="none" strike="noStrike">
                <a:solidFill>
                  <a:schemeClr val="dk1"/>
                </a:solidFill>
                <a:effectLst/>
                <a:uFillTx/>
                <a:latin typeface="Arial"/>
              </a:rPr>
              <a:t>Placer bagerst</a:t>
            </a:r>
            <a:endParaRPr lang="en-US" sz="900" b="0" u="none" strike="noStrike">
              <a:solidFill>
                <a:srgbClr val="000000"/>
              </a:solidFill>
              <a:effectLst/>
              <a:uFillTx/>
              <a:latin typeface="Arial"/>
            </a:endParaRPr>
          </a:p>
        </p:txBody>
      </p:sp>
      <p:sp>
        <p:nvSpPr>
          <p:cNvPr id="50" name="Text Box 48"/>
          <p:cNvSpPr/>
          <p:nvPr/>
        </p:nvSpPr>
        <p:spPr>
          <a:xfrm>
            <a:off x="9115920" y="5936040"/>
            <a:ext cx="2517480" cy="588960"/>
          </a:xfrm>
          <a:prstGeom prst="rect">
            <a:avLst/>
          </a:prstGeom>
          <a:noFill/>
          <a:ln w="0">
            <a:noFill/>
          </a:ln>
        </p:spPr>
        <p:style>
          <a:lnRef idx="0">
            <a:scrgbClr r="0" g="0" b="0"/>
          </a:lnRef>
          <a:fillRef idx="0">
            <a:scrgbClr r="0" g="0" b="0"/>
          </a:fillRef>
          <a:effectRef idx="0">
            <a:scrgbClr r="0" g="0" b="0"/>
          </a:effectRef>
          <a:fontRef idx="minor"/>
        </p:style>
        <p:txBody>
          <a:bodyPr lIns="0" tIns="0" rIns="144000" bIns="0" anchor="t">
            <a:spAutoFit/>
          </a:bodyPr>
          <a:lstStyle/>
          <a:p>
            <a:pPr defTabSz="914400">
              <a:lnSpc>
                <a:spcPct val="90000"/>
              </a:lnSpc>
              <a:spcAft>
                <a:spcPts val="601"/>
              </a:spcAft>
            </a:pPr>
            <a:r>
              <a:rPr lang="da-DK" sz="1000" b="1" u="none" strike="noStrike" spc="300">
                <a:solidFill>
                  <a:schemeClr val="dk1"/>
                </a:solidFill>
                <a:effectLst/>
                <a:uFillTx/>
                <a:latin typeface="Consolas"/>
              </a:rPr>
              <a:t>MERE INFORMATION</a:t>
            </a:r>
            <a:endParaRPr lang="en-US" sz="1000" b="0" u="none" strike="noStrike">
              <a:solidFill>
                <a:srgbClr val="000000"/>
              </a:solidFill>
              <a:effectLst/>
              <a:uFillTx/>
              <a:latin typeface="Arial"/>
            </a:endParaRPr>
          </a:p>
          <a:p>
            <a:pPr defTabSz="914400">
              <a:lnSpc>
                <a:spcPct val="90000"/>
              </a:lnSpc>
              <a:spcAft>
                <a:spcPts val="601"/>
              </a:spcAft>
            </a:pPr>
            <a:br>
              <a:rPr sz="900"/>
            </a:br>
            <a:r>
              <a:rPr lang="da-DK" sz="900" b="0" u="none" strike="noStrike">
                <a:solidFill>
                  <a:schemeClr val="dk1"/>
                </a:solidFill>
                <a:effectLst/>
                <a:uFillTx/>
                <a:latin typeface="Consolas"/>
              </a:rPr>
              <a:t>Se designguiden på</a:t>
            </a:r>
            <a:br>
              <a:rPr sz="900"/>
            </a:br>
            <a:r>
              <a:rPr lang="da-DK" sz="900" b="0" u="sng" strike="noStrike">
                <a:solidFill>
                  <a:schemeClr val="dk1"/>
                </a:solidFill>
                <a:effectLst/>
                <a:uFillTx/>
                <a:latin typeface="Arial"/>
                <a:ea typeface="Calibri"/>
                <a:hlinkClick r:id="rId2"/>
              </a:rPr>
              <a:t>www.design.aau.dk/skabeloner/powerpoint</a:t>
            </a:r>
            <a:endParaRPr lang="en-US" sz="900" b="0" u="none" strike="noStrike">
              <a:solidFill>
                <a:srgbClr val="000000"/>
              </a:solidFill>
              <a:effectLst/>
              <a:uFillTx/>
              <a:latin typeface="Arial"/>
            </a:endParaRPr>
          </a:p>
        </p:txBody>
      </p:sp>
      <p:sp>
        <p:nvSpPr>
          <p:cNvPr id="51" name="Text Box 48"/>
          <p:cNvSpPr/>
          <p:nvPr/>
        </p:nvSpPr>
        <p:spPr>
          <a:xfrm>
            <a:off x="3428280" y="1959840"/>
            <a:ext cx="2327400" cy="3441960"/>
          </a:xfrm>
          <a:prstGeom prst="rect">
            <a:avLst/>
          </a:prstGeom>
          <a:noFill/>
          <a:ln w="0">
            <a:noFill/>
          </a:ln>
        </p:spPr>
        <p:style>
          <a:lnRef idx="0">
            <a:scrgbClr r="0" g="0" b="0"/>
          </a:lnRef>
          <a:fillRef idx="0">
            <a:scrgbClr r="0" g="0" b="0"/>
          </a:fillRef>
          <a:effectRef idx="0">
            <a:scrgbClr r="0" g="0" b="0"/>
          </a:effectRef>
          <a:fontRef idx="minor"/>
        </p:style>
        <p:txBody>
          <a:bodyPr lIns="0" tIns="0" rIns="144000" bIns="0" anchor="t">
            <a:spAutoFit/>
          </a:bodyPr>
          <a:lstStyle/>
          <a:p>
            <a:pPr defTabSz="914400">
              <a:lnSpc>
                <a:spcPct val="100000"/>
              </a:lnSpc>
              <a:spcAft>
                <a:spcPts val="601"/>
              </a:spcAft>
              <a:tabLst>
                <a:tab pos="0" algn="l"/>
              </a:tabLst>
            </a:pPr>
            <a:r>
              <a:rPr lang="da-DK" sz="1000" b="1" u="none" strike="noStrike" spc="300">
                <a:solidFill>
                  <a:schemeClr val="dk1"/>
                </a:solidFill>
                <a:effectLst/>
                <a:uFillTx/>
                <a:latin typeface="Consolas"/>
              </a:rPr>
              <a:t>LAV NYT DIAS/SLIDE </a:t>
            </a:r>
            <a:r>
              <a:rPr lang="da-DK" sz="900" b="0" u="none" strike="noStrike">
                <a:solidFill>
                  <a:schemeClr val="dk1"/>
                </a:solidFill>
                <a:effectLst/>
                <a:uFillTx/>
                <a:latin typeface="Arial"/>
              </a:rPr>
              <a:t>(HHV. 2010- + 2013- OG 2016-VERSION)</a:t>
            </a:r>
            <a:endParaRPr lang="en-US" sz="900" b="0" u="none" strike="noStrike">
              <a:solidFill>
                <a:srgbClr val="000000"/>
              </a:solidFill>
              <a:effectLst/>
              <a:uFillTx/>
              <a:latin typeface="Arial"/>
            </a:endParaRPr>
          </a:p>
          <a:p>
            <a:pPr defTabSz="914400">
              <a:lnSpc>
                <a:spcPct val="100000"/>
              </a:lnSpc>
              <a:spcAft>
                <a:spcPts val="601"/>
              </a:spcAft>
              <a:tabLst>
                <a:tab pos="0" algn="l"/>
              </a:tabLst>
            </a:pPr>
            <a:r>
              <a:rPr lang="da-DK" sz="900" b="0" u="none" strike="noStrike">
                <a:solidFill>
                  <a:schemeClr val="dk1"/>
                </a:solidFill>
                <a:effectLst/>
                <a:uFillTx/>
                <a:latin typeface="Arial"/>
              </a:rPr>
              <a:t> </a:t>
            </a:r>
            <a:br>
              <a:rPr sz="800"/>
            </a:br>
            <a:r>
              <a:rPr lang="da-DK" sz="900" b="1" u="none" strike="noStrike">
                <a:solidFill>
                  <a:schemeClr val="dk1"/>
                </a:solidFill>
                <a:effectLst/>
                <a:uFillTx/>
                <a:latin typeface="Arial"/>
              </a:rPr>
              <a:t>1. </a:t>
            </a:r>
            <a:r>
              <a:rPr lang="da-DK" sz="900" b="0" u="none" strike="noStrike">
                <a:solidFill>
                  <a:schemeClr val="dk1"/>
                </a:solidFill>
                <a:effectLst/>
                <a:uFillTx/>
                <a:latin typeface="Arial"/>
              </a:rPr>
              <a:t>Klik på </a:t>
            </a:r>
            <a:r>
              <a:rPr lang="da-DK" sz="900" b="1" u="none" strike="noStrike">
                <a:solidFill>
                  <a:schemeClr val="dk1"/>
                </a:solidFill>
                <a:effectLst/>
                <a:uFillTx/>
                <a:latin typeface="Arial"/>
              </a:rPr>
              <a:t>Startside/Hjem</a:t>
            </a:r>
            <a:endParaRPr lang="en-US" sz="900" b="0" u="none" strike="noStrike">
              <a:solidFill>
                <a:srgbClr val="000000"/>
              </a:solidFill>
              <a:effectLst/>
              <a:uFillTx/>
              <a:latin typeface="Arial"/>
            </a:endParaRPr>
          </a:p>
          <a:p>
            <a:pPr defTabSz="914400">
              <a:lnSpc>
                <a:spcPct val="100000"/>
              </a:lnSpc>
              <a:spcAft>
                <a:spcPts val="601"/>
              </a:spcAft>
              <a:tabLst>
                <a:tab pos="0" algn="l"/>
              </a:tabLst>
            </a:pPr>
            <a:r>
              <a:rPr lang="da-DK" sz="900" b="1" u="none" strike="noStrike">
                <a:solidFill>
                  <a:schemeClr val="dk1"/>
                </a:solidFill>
                <a:effectLst/>
                <a:uFillTx/>
                <a:latin typeface="Consolas"/>
              </a:rPr>
              <a:t>2. </a:t>
            </a:r>
            <a:r>
              <a:rPr lang="da-DK" sz="900" b="0" u="none" strike="noStrike">
                <a:solidFill>
                  <a:schemeClr val="dk1"/>
                </a:solidFill>
                <a:effectLst/>
                <a:uFillTx/>
                <a:latin typeface="Consolas"/>
              </a:rPr>
              <a:t>Under knappen </a:t>
            </a:r>
            <a:r>
              <a:rPr lang="da-DK" sz="900" b="1" u="none" strike="noStrike">
                <a:solidFill>
                  <a:schemeClr val="dk1"/>
                </a:solidFill>
                <a:effectLst/>
                <a:uFillTx/>
                <a:latin typeface="Consolas"/>
              </a:rPr>
              <a:t>Nyt dias/Nyt slide</a:t>
            </a:r>
            <a:r>
              <a:rPr lang="da-DK" sz="900" b="0" u="none" strike="noStrike">
                <a:solidFill>
                  <a:schemeClr val="dk1"/>
                </a:solidFill>
                <a:effectLst/>
                <a:uFillTx/>
                <a:latin typeface="Consolas"/>
              </a:rPr>
              <a:t>. Klik på øverste del af knappen for at oprette i et dias/slide magen til det markerede. Klik på nederste del for at se et udvalg af mulige layoutvalg med AAU-design. </a:t>
            </a:r>
            <a:endParaRPr lang="en-US" sz="900" b="0" u="none" strike="noStrike">
              <a:solidFill>
                <a:srgbClr val="000000"/>
              </a:solidFill>
              <a:effectLst/>
              <a:uFillTx/>
              <a:latin typeface="Arial"/>
            </a:endParaRPr>
          </a:p>
          <a:p>
            <a:pPr defTabSz="914400">
              <a:lnSpc>
                <a:spcPct val="100000"/>
              </a:lnSpc>
              <a:spcAft>
                <a:spcPts val="601"/>
              </a:spcAft>
              <a:tabLst>
                <a:tab pos="0" algn="l"/>
              </a:tabLst>
            </a:pPr>
            <a:endParaRPr lang="en-US" sz="900" b="0" u="none" strike="noStrike">
              <a:solidFill>
                <a:srgbClr val="000000"/>
              </a:solidFill>
              <a:effectLst/>
              <a:uFillTx/>
              <a:latin typeface="Arial"/>
            </a:endParaRPr>
          </a:p>
          <a:p>
            <a:pPr defTabSz="914400">
              <a:lnSpc>
                <a:spcPct val="90000"/>
              </a:lnSpc>
              <a:tabLst>
                <a:tab pos="0" algn="l"/>
              </a:tabLst>
            </a:pPr>
            <a:r>
              <a:rPr lang="da-DK" sz="1000" b="1" u="none" strike="noStrike" spc="300">
                <a:solidFill>
                  <a:schemeClr val="dk1"/>
                </a:solidFill>
                <a:effectLst/>
                <a:uFillTx/>
                <a:latin typeface="Arial"/>
              </a:rPr>
              <a:t>GITTER- OG HJÆLPELINJER</a:t>
            </a:r>
            <a:endParaRPr lang="en-US" sz="1000" b="0" u="none" strike="noStrike">
              <a:solidFill>
                <a:srgbClr val="000000"/>
              </a:solidFill>
              <a:effectLst/>
              <a:uFillTx/>
              <a:latin typeface="Arial"/>
            </a:endParaRPr>
          </a:p>
          <a:p>
            <a:pPr defTabSz="914400">
              <a:lnSpc>
                <a:spcPct val="90000"/>
              </a:lnSpc>
              <a:tabLst>
                <a:tab pos="0" algn="l"/>
              </a:tabLst>
            </a:pPr>
            <a:endParaRPr lang="en-US" sz="1000" b="0" u="none" strike="noStrike">
              <a:solidFill>
                <a:srgbClr val="000000"/>
              </a:solidFill>
              <a:effectLst/>
              <a:uFillTx/>
              <a:latin typeface="Arial"/>
            </a:endParaRPr>
          </a:p>
          <a:p>
            <a:pPr defTabSz="914400">
              <a:lnSpc>
                <a:spcPct val="90000"/>
              </a:lnSpc>
              <a:spcAft>
                <a:spcPts val="601"/>
              </a:spcAft>
              <a:tabLst>
                <a:tab pos="0" algn="l"/>
              </a:tabLst>
            </a:pPr>
            <a:r>
              <a:rPr lang="da-DK" sz="900" b="0" u="none" strike="noStrike">
                <a:solidFill>
                  <a:schemeClr val="dk1"/>
                </a:solidFill>
                <a:effectLst/>
                <a:uFillTx/>
                <a:latin typeface="Arial"/>
              </a:rPr>
              <a:t>For at få et ensartet udtryk i vores præsentationer er der guidelines i form af </a:t>
            </a:r>
            <a:r>
              <a:rPr lang="da-DK" sz="900" b="1" u="none" strike="noStrike">
                <a:solidFill>
                  <a:schemeClr val="dk1"/>
                </a:solidFill>
                <a:effectLst/>
                <a:uFillTx/>
                <a:latin typeface="Arial"/>
              </a:rPr>
              <a:t>Hjælpelinjer. </a:t>
            </a:r>
            <a:r>
              <a:rPr lang="da-DK" sz="900" b="0" u="none" strike="noStrike">
                <a:solidFill>
                  <a:schemeClr val="dk1"/>
                </a:solidFill>
                <a:effectLst/>
                <a:uFillTx/>
                <a:latin typeface="Arial"/>
              </a:rPr>
              <a:t>For at se disse: </a:t>
            </a:r>
            <a:endParaRPr lang="en-US" sz="900" b="0" u="none" strike="noStrike">
              <a:solidFill>
                <a:srgbClr val="000000"/>
              </a:solidFill>
              <a:effectLst/>
              <a:uFillTx/>
              <a:latin typeface="Arial"/>
            </a:endParaRPr>
          </a:p>
          <a:p>
            <a:pPr defTabSz="914400">
              <a:lnSpc>
                <a:spcPct val="90000"/>
              </a:lnSpc>
              <a:spcAft>
                <a:spcPts val="601"/>
              </a:spcAft>
              <a:tabLst>
                <a:tab pos="0" algn="l"/>
              </a:tabLst>
            </a:pPr>
            <a:r>
              <a:rPr lang="da-DK" sz="900" b="1" u="none" strike="noStrike">
                <a:solidFill>
                  <a:schemeClr val="dk1"/>
                </a:solidFill>
                <a:effectLst/>
                <a:uFillTx/>
                <a:latin typeface="Arial"/>
              </a:rPr>
              <a:t>1. </a:t>
            </a:r>
            <a:r>
              <a:rPr lang="da-DK" sz="900" b="0" u="none" strike="noStrike">
                <a:solidFill>
                  <a:schemeClr val="dk1"/>
                </a:solidFill>
                <a:effectLst/>
                <a:uFillTx/>
                <a:latin typeface="Arial"/>
              </a:rPr>
              <a:t>Klik på </a:t>
            </a:r>
            <a:r>
              <a:rPr lang="da-DK" sz="900" b="1" u="none" strike="noStrike">
                <a:solidFill>
                  <a:schemeClr val="dk1"/>
                </a:solidFill>
                <a:effectLst/>
                <a:uFillTx/>
                <a:latin typeface="Arial"/>
              </a:rPr>
              <a:t>Vis</a:t>
            </a:r>
            <a:endParaRPr lang="en-US" sz="900" b="0" u="none" strike="noStrike">
              <a:solidFill>
                <a:srgbClr val="000000"/>
              </a:solidFill>
              <a:effectLst/>
              <a:uFillTx/>
              <a:latin typeface="Arial"/>
            </a:endParaRPr>
          </a:p>
          <a:p>
            <a:pPr defTabSz="914400">
              <a:lnSpc>
                <a:spcPct val="90000"/>
              </a:lnSpc>
              <a:spcAft>
                <a:spcPts val="601"/>
              </a:spcAft>
              <a:tabLst>
                <a:tab pos="0" algn="l"/>
              </a:tabLst>
            </a:pPr>
            <a:r>
              <a:rPr lang="da-DK" sz="900" b="1" u="none" strike="noStrike">
                <a:solidFill>
                  <a:schemeClr val="dk1"/>
                </a:solidFill>
                <a:effectLst/>
                <a:uFillTx/>
                <a:latin typeface="Arial"/>
              </a:rPr>
              <a:t>2. </a:t>
            </a:r>
            <a:r>
              <a:rPr lang="da-DK" sz="900" b="0" u="none" strike="noStrike">
                <a:solidFill>
                  <a:schemeClr val="dk1"/>
                </a:solidFill>
                <a:effectLst/>
                <a:uFillTx/>
                <a:latin typeface="Arial"/>
              </a:rPr>
              <a:t>Vælg </a:t>
            </a:r>
            <a:r>
              <a:rPr lang="da-DK" sz="900" b="1" u="none" strike="noStrike">
                <a:solidFill>
                  <a:schemeClr val="dk1"/>
                </a:solidFill>
                <a:effectLst/>
                <a:uFillTx/>
                <a:latin typeface="Arial"/>
              </a:rPr>
              <a:t>Gitterlinjer</a:t>
            </a:r>
            <a:r>
              <a:rPr lang="da-DK" sz="900" b="0" u="none" strike="noStrike">
                <a:solidFill>
                  <a:schemeClr val="dk1"/>
                </a:solidFill>
                <a:effectLst/>
                <a:uFillTx/>
                <a:latin typeface="Arial"/>
              </a:rPr>
              <a:t> og/eller </a:t>
            </a:r>
            <a:r>
              <a:rPr lang="da-DK" sz="900" b="1" u="none" strike="noStrike">
                <a:solidFill>
                  <a:schemeClr val="dk1"/>
                </a:solidFill>
                <a:effectLst/>
                <a:uFillTx/>
                <a:latin typeface="Arial"/>
              </a:rPr>
              <a:t>Hjælpelinjer</a:t>
            </a:r>
            <a:endParaRPr lang="en-US" sz="900" b="0" u="none" strike="noStrike">
              <a:solidFill>
                <a:srgbClr val="000000"/>
              </a:solidFill>
              <a:effectLst/>
              <a:uFillTx/>
              <a:latin typeface="Arial"/>
            </a:endParaRPr>
          </a:p>
          <a:p>
            <a:pPr defTabSz="914400">
              <a:lnSpc>
                <a:spcPct val="90000"/>
              </a:lnSpc>
              <a:spcAft>
                <a:spcPts val="601"/>
              </a:spcAft>
              <a:tabLst>
                <a:tab pos="0" algn="l"/>
              </a:tabLst>
            </a:pPr>
            <a:r>
              <a:rPr lang="da-DK" sz="900" b="1" u="none" strike="noStrike">
                <a:solidFill>
                  <a:srgbClr val="DF6752"/>
                </a:solidFill>
                <a:effectLst/>
                <a:uFillTx/>
                <a:latin typeface="Arial"/>
              </a:rPr>
              <a:t>Tip: </a:t>
            </a:r>
            <a:r>
              <a:rPr lang="da-DK" sz="900" b="0" u="none" strike="noStrike">
                <a:solidFill>
                  <a:srgbClr val="DF6752"/>
                </a:solidFill>
                <a:effectLst/>
                <a:uFillTx/>
                <a:latin typeface="Arial"/>
              </a:rPr>
              <a:t>Tryk </a:t>
            </a:r>
            <a:r>
              <a:rPr lang="da-DK" sz="900" b="1" u="none" strike="noStrike">
                <a:solidFill>
                  <a:srgbClr val="DF6752"/>
                </a:solidFill>
                <a:effectLst/>
                <a:uFillTx/>
                <a:latin typeface="Arial"/>
              </a:rPr>
              <a:t>Alt + F9</a:t>
            </a:r>
            <a:r>
              <a:rPr lang="da-DK" sz="900" b="0" u="none" strike="noStrike">
                <a:solidFill>
                  <a:srgbClr val="DF6752"/>
                </a:solidFill>
                <a:effectLst/>
                <a:uFillTx/>
                <a:latin typeface="Arial"/>
              </a:rPr>
              <a:t> for hurtig visning af hjælpelinjer</a:t>
            </a:r>
            <a:endParaRPr lang="en-US" sz="900" b="0" u="none" strike="noStrike">
              <a:solidFill>
                <a:srgbClr val="000000"/>
              </a:solidFill>
              <a:effectLst/>
              <a:uFillTx/>
              <a:latin typeface="Arial"/>
            </a:endParaRPr>
          </a:p>
          <a:p>
            <a:pPr defTabSz="914400">
              <a:lnSpc>
                <a:spcPct val="100000"/>
              </a:lnSpc>
              <a:spcAft>
                <a:spcPts val="601"/>
              </a:spcAft>
              <a:tabLst>
                <a:tab pos="0" algn="l"/>
              </a:tabLst>
            </a:pPr>
            <a:endParaRPr lang="en-US" sz="900" b="0" u="none" strike="noStrike">
              <a:solidFill>
                <a:srgbClr val="000000"/>
              </a:solidFill>
              <a:effectLst/>
              <a:uFillTx/>
              <a:latin typeface="Arial"/>
            </a:endParaRPr>
          </a:p>
        </p:txBody>
      </p:sp>
      <p:pic>
        <p:nvPicPr>
          <p:cNvPr id="52" name="Billede 25"/>
          <p:cNvPicPr/>
          <p:nvPr/>
        </p:nvPicPr>
        <p:blipFill>
          <a:blip r:embed="rId3"/>
          <a:stretch/>
        </p:blipFill>
        <p:spPr>
          <a:xfrm>
            <a:off x="11273400" y="2241720"/>
            <a:ext cx="367920" cy="393480"/>
          </a:xfrm>
          <a:prstGeom prst="rect">
            <a:avLst/>
          </a:prstGeom>
          <a:noFill/>
          <a:ln w="0">
            <a:noFill/>
          </a:ln>
        </p:spPr>
      </p:pic>
      <p:pic>
        <p:nvPicPr>
          <p:cNvPr id="53" name="Billede 36"/>
          <p:cNvPicPr/>
          <p:nvPr/>
        </p:nvPicPr>
        <p:blipFill>
          <a:blip r:embed="rId4"/>
          <a:stretch/>
        </p:blipFill>
        <p:spPr>
          <a:xfrm>
            <a:off x="11265840" y="3658680"/>
            <a:ext cx="416520" cy="397080"/>
          </a:xfrm>
          <a:prstGeom prst="rect">
            <a:avLst/>
          </a:prstGeom>
          <a:noFill/>
          <a:ln w="0">
            <a:noFill/>
          </a:ln>
        </p:spPr>
      </p:pic>
      <p:pic>
        <p:nvPicPr>
          <p:cNvPr id="54" name="Billede 39"/>
          <p:cNvPicPr/>
          <p:nvPr/>
        </p:nvPicPr>
        <p:blipFill>
          <a:blip r:embed="rId5"/>
          <a:srcRect l="2947" r="60890"/>
          <a:stretch/>
        </p:blipFill>
        <p:spPr>
          <a:xfrm>
            <a:off x="5729400" y="2621880"/>
            <a:ext cx="319320" cy="568440"/>
          </a:xfrm>
          <a:prstGeom prst="rect">
            <a:avLst/>
          </a:prstGeom>
          <a:noFill/>
          <a:ln w="0">
            <a:noFill/>
          </a:ln>
        </p:spPr>
      </p:pic>
      <p:sp>
        <p:nvSpPr>
          <p:cNvPr id="55" name="Rektangel 21"/>
          <p:cNvSpPr/>
          <p:nvPr/>
        </p:nvSpPr>
        <p:spPr>
          <a:xfrm>
            <a:off x="509400" y="510480"/>
            <a:ext cx="6095520" cy="1199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3600" b="1" u="none" strike="noStrike" spc="300">
                <a:solidFill>
                  <a:schemeClr val="dk1"/>
                </a:solidFill>
                <a:effectLst/>
                <a:uFillTx/>
                <a:latin typeface="Consolas"/>
              </a:rPr>
              <a:t>BRUGERGUIDE</a:t>
            </a:r>
            <a:br>
              <a:rPr sz="3600"/>
            </a:br>
            <a:endParaRPr lang="en-US" sz="3600" b="0" u="none" strike="noStrike">
              <a:solidFill>
                <a:srgbClr val="000000"/>
              </a:solidFill>
              <a:effectLst/>
              <a:uFillTx/>
              <a:latin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Stor billede venstre">
    <p:bg>
      <p:bgPr>
        <a:solidFill>
          <a:srgbClr val="FFFFFF"/>
        </a:solidFill>
        <a:effectLst/>
      </p:bgPr>
    </p:bg>
    <p:spTree>
      <p:nvGrpSpPr>
        <p:cNvPr id="1" name=""/>
        <p:cNvGrpSpPr/>
        <p:nvPr/>
      </p:nvGrpSpPr>
      <p:grpSpPr>
        <a:xfrm>
          <a:off x="0" y="0"/>
          <a:ext cx="0" cy="0"/>
          <a:chOff x="0" y="0"/>
          <a:chExt cx="0" cy="0"/>
        </a:xfrm>
      </p:grpSpPr>
      <p:grpSp>
        <p:nvGrpSpPr>
          <p:cNvPr id="56" name="Gruppe 57"/>
          <p:cNvGrpSpPr/>
          <p:nvPr/>
        </p:nvGrpSpPr>
        <p:grpSpPr>
          <a:xfrm>
            <a:off x="5466600" y="6027120"/>
            <a:ext cx="1272240" cy="668520"/>
            <a:chOff x="5466600" y="6027120"/>
            <a:chExt cx="1272240" cy="668520"/>
          </a:xfrm>
        </p:grpSpPr>
        <p:grpSp>
          <p:nvGrpSpPr>
            <p:cNvPr id="57" name="Gruppe 55"/>
            <p:cNvGrpSpPr/>
            <p:nvPr/>
          </p:nvGrpSpPr>
          <p:grpSpPr>
            <a:xfrm>
              <a:off x="5466600" y="6631920"/>
              <a:ext cx="1272240" cy="63720"/>
              <a:chOff x="5466600" y="6631920"/>
              <a:chExt cx="1272240" cy="63720"/>
            </a:xfrm>
          </p:grpSpPr>
          <p:sp>
            <p:nvSpPr>
              <p:cNvPr id="58"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5640" tIns="30600" rIns="35640" bIns="30600" numCol="1" spcCol="0" anchor="t">
                <a:noAutofit/>
              </a:bodyPr>
              <a:lstStyle/>
              <a:p>
                <a:endParaRPr lang="da-DK" sz="1800" b="0" u="none" strike="noStrike">
                  <a:solidFill>
                    <a:schemeClr val="dk1"/>
                  </a:solidFill>
                  <a:effectLst/>
                  <a:uFillTx/>
                  <a:latin typeface="Consolas"/>
                </a:endParaRPr>
              </a:p>
            </p:txBody>
          </p:sp>
          <p:sp>
            <p:nvSpPr>
              <p:cNvPr id="59"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6360" tIns="30600" rIns="36360" bIns="30600" numCol="1" spcCol="0" anchor="t">
                <a:noAutofit/>
              </a:bodyPr>
              <a:lstStyle/>
              <a:p>
                <a:endParaRPr lang="da-DK" sz="1800" b="0" u="none" strike="noStrike">
                  <a:solidFill>
                    <a:schemeClr val="dk1"/>
                  </a:solidFill>
                  <a:effectLst/>
                  <a:uFillTx/>
                  <a:latin typeface="Consolas"/>
                </a:endParaRPr>
              </a:p>
            </p:txBody>
          </p:sp>
          <p:sp>
            <p:nvSpPr>
              <p:cNvPr id="60"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61"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720" tIns="30600" rIns="27720" bIns="30600" numCol="1" spcCol="0" anchor="t">
                <a:noAutofit/>
              </a:bodyPr>
              <a:lstStyle/>
              <a:p>
                <a:endParaRPr lang="da-DK" sz="1800" b="0" u="none" strike="noStrike">
                  <a:solidFill>
                    <a:schemeClr val="dk1"/>
                  </a:solidFill>
                  <a:effectLst/>
                  <a:uFillTx/>
                  <a:latin typeface="Consolas"/>
                </a:endParaRPr>
              </a:p>
            </p:txBody>
          </p:sp>
          <p:sp>
            <p:nvSpPr>
              <p:cNvPr id="62"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2040" rIns="29160" bIns="32040" numCol="1" spcCol="0" anchor="t">
                <a:noAutofit/>
              </a:bodyPr>
              <a:lstStyle/>
              <a:p>
                <a:endParaRPr lang="da-DK" sz="1800" b="0" u="none" strike="noStrike">
                  <a:solidFill>
                    <a:schemeClr val="dk1"/>
                  </a:solidFill>
                  <a:effectLst/>
                  <a:uFillTx/>
                  <a:latin typeface="Consolas"/>
                </a:endParaRPr>
              </a:p>
            </p:txBody>
          </p:sp>
          <p:sp>
            <p:nvSpPr>
              <p:cNvPr id="63"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64"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65"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66"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67"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68"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4200" tIns="30600" rIns="34200" bIns="30600" numCol="1" spcCol="0" anchor="t">
                <a:noAutofit/>
              </a:bodyPr>
              <a:lstStyle/>
              <a:p>
                <a:endParaRPr lang="da-DK" sz="1800" b="0" u="none" strike="noStrike">
                  <a:solidFill>
                    <a:schemeClr val="dk1"/>
                  </a:solidFill>
                  <a:effectLst/>
                  <a:uFillTx/>
                  <a:latin typeface="Consolas"/>
                </a:endParaRPr>
              </a:p>
            </p:txBody>
          </p:sp>
          <p:sp>
            <p:nvSpPr>
              <p:cNvPr id="69"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70"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0600" rIns="29160" bIns="30600" numCol="1" spcCol="0" anchor="t">
                <a:noAutofit/>
              </a:bodyPr>
              <a:lstStyle/>
              <a:p>
                <a:endParaRPr lang="da-DK" sz="1800" b="0" u="none" strike="noStrike">
                  <a:solidFill>
                    <a:schemeClr val="dk1"/>
                  </a:solidFill>
                  <a:effectLst/>
                  <a:uFillTx/>
                  <a:latin typeface="Consolas"/>
                </a:endParaRPr>
              </a:p>
            </p:txBody>
          </p:sp>
          <p:sp>
            <p:nvSpPr>
              <p:cNvPr id="71"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72"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73"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74"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75"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grpSp>
        <p:grpSp>
          <p:nvGrpSpPr>
            <p:cNvPr id="76" name="Gruppe 56"/>
            <p:cNvGrpSpPr/>
            <p:nvPr/>
          </p:nvGrpSpPr>
          <p:grpSpPr>
            <a:xfrm>
              <a:off x="5864400" y="6027120"/>
              <a:ext cx="413640" cy="439920"/>
              <a:chOff x="5864400" y="6027120"/>
              <a:chExt cx="413640" cy="439920"/>
            </a:xfrm>
          </p:grpSpPr>
          <p:sp>
            <p:nvSpPr>
              <p:cNvPr id="77"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78"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79"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grpSp>
      </p:grpSp>
      <p:grpSp>
        <p:nvGrpSpPr>
          <p:cNvPr id="80" name="Gruppe 80"/>
          <p:cNvGrpSpPr/>
          <p:nvPr/>
        </p:nvGrpSpPr>
        <p:grpSpPr>
          <a:xfrm>
            <a:off x="-3600" y="657360"/>
            <a:ext cx="405000" cy="1182240"/>
            <a:chOff x="-3600" y="657360"/>
            <a:chExt cx="405000" cy="1182240"/>
          </a:xfrm>
        </p:grpSpPr>
        <p:sp>
          <p:nvSpPr>
            <p:cNvPr id="81" name="Freeform 53"/>
            <p:cNvSpPr/>
            <p:nvPr/>
          </p:nvSpPr>
          <p:spPr>
            <a:xfrm>
              <a:off x="3283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82" name="Freeform 54"/>
            <p:cNvSpPr/>
            <p:nvPr/>
          </p:nvSpPr>
          <p:spPr>
            <a:xfrm>
              <a:off x="2365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rIns="71280" numCol="1" spcCol="0" anchor="t">
              <a:noAutofit/>
            </a:bodyPr>
            <a:lstStyle/>
            <a:p>
              <a:endParaRPr lang="da-DK" sz="1800" b="0" u="none" strike="noStrike">
                <a:solidFill>
                  <a:schemeClr val="dk1"/>
                </a:solidFill>
                <a:effectLst/>
                <a:uFillTx/>
                <a:latin typeface="Consolas"/>
              </a:endParaRPr>
            </a:p>
          </p:txBody>
        </p:sp>
        <p:sp>
          <p:nvSpPr>
            <p:cNvPr id="83" name="Freeform 55"/>
            <p:cNvSpPr/>
            <p:nvPr/>
          </p:nvSpPr>
          <p:spPr>
            <a:xfrm>
              <a:off x="12492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84" name="Freeform 56"/>
            <p:cNvSpPr/>
            <p:nvPr/>
          </p:nvSpPr>
          <p:spPr>
            <a:xfrm>
              <a:off x="-360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85" name="Freeform 57"/>
            <p:cNvSpPr/>
            <p:nvPr/>
          </p:nvSpPr>
          <p:spPr>
            <a:xfrm>
              <a:off x="-360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86" name="Freeform 58"/>
            <p:cNvSpPr/>
            <p:nvPr/>
          </p:nvSpPr>
          <p:spPr>
            <a:xfrm>
              <a:off x="-360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87" name="Freeform 59"/>
            <p:cNvSpPr/>
            <p:nvPr/>
          </p:nvSpPr>
          <p:spPr>
            <a:xfrm>
              <a:off x="-360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88" name="Freeform 60"/>
            <p:cNvSpPr/>
            <p:nvPr/>
          </p:nvSpPr>
          <p:spPr>
            <a:xfrm>
              <a:off x="-360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89" name="Freeform 61"/>
            <p:cNvSpPr/>
            <p:nvPr/>
          </p:nvSpPr>
          <p:spPr>
            <a:xfrm>
              <a:off x="-360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90" name="Freeform 62"/>
            <p:cNvSpPr/>
            <p:nvPr/>
          </p:nvSpPr>
          <p:spPr>
            <a:xfrm>
              <a:off x="-360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91" name="Freeform 63"/>
            <p:cNvSpPr/>
            <p:nvPr/>
          </p:nvSpPr>
          <p:spPr>
            <a:xfrm>
              <a:off x="-360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92" name="Freeform 64"/>
            <p:cNvSpPr/>
            <p:nvPr/>
          </p:nvSpPr>
          <p:spPr>
            <a:xfrm>
              <a:off x="-360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93" name="Freeform 65"/>
            <p:cNvSpPr/>
            <p:nvPr/>
          </p:nvSpPr>
          <p:spPr>
            <a:xfrm>
              <a:off x="-360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94" name="Freeform 66"/>
            <p:cNvSpPr/>
            <p:nvPr/>
          </p:nvSpPr>
          <p:spPr>
            <a:xfrm>
              <a:off x="-360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95" name="Freeform 67"/>
            <p:cNvSpPr/>
            <p:nvPr/>
          </p:nvSpPr>
          <p:spPr>
            <a:xfrm>
              <a:off x="-360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96" name="Freeform 68"/>
            <p:cNvSpPr/>
            <p:nvPr/>
          </p:nvSpPr>
          <p:spPr>
            <a:xfrm>
              <a:off x="-360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97" name="Freeform 69"/>
            <p:cNvSpPr/>
            <p:nvPr/>
          </p:nvSpPr>
          <p:spPr>
            <a:xfrm>
              <a:off x="-360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98" name="Freeform 70"/>
            <p:cNvSpPr/>
            <p:nvPr/>
          </p:nvSpPr>
          <p:spPr>
            <a:xfrm>
              <a:off x="-360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99" name="Freeform 71"/>
            <p:cNvSpPr/>
            <p:nvPr/>
          </p:nvSpPr>
          <p:spPr>
            <a:xfrm>
              <a:off x="-360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tIns="32040" bIns="32040" numCol="1" spcCol="0" anchor="t">
              <a:noAutofit/>
            </a:bodyPr>
            <a:lstStyle/>
            <a:p>
              <a:endParaRPr lang="da-DK" sz="1800" b="0" u="none" strike="noStrike">
                <a:solidFill>
                  <a:schemeClr val="dk1"/>
                </a:solidFill>
                <a:effectLst/>
                <a:uFillTx/>
                <a:latin typeface="Consolas"/>
              </a:endParaRPr>
            </a:p>
          </p:txBody>
        </p:sp>
      </p:grpSp>
      <p:sp>
        <p:nvSpPr>
          <p:cNvPr id="100" name="PlaceHolder 1"/>
          <p:cNvSpPr>
            <a:spLocks noGrp="1"/>
          </p:cNvSpPr>
          <p:nvPr>
            <p:ph type="sldNum" idx="1"/>
          </p:nvPr>
        </p:nvSpPr>
        <p:spPr>
          <a:xfrm>
            <a:off x="11340000" y="593280"/>
            <a:ext cx="570960" cy="226800"/>
          </a:xfrm>
          <a:prstGeom prst="rect">
            <a:avLst/>
          </a:prstGeom>
          <a:noFill/>
          <a:ln w="0">
            <a:noFill/>
          </a:ln>
        </p:spPr>
        <p:txBody>
          <a:bodyPr lIns="0" tIns="0" rIns="0" bIns="0" anchor="ctr">
            <a:noAutofit/>
          </a:bodyPr>
          <a:lstStyle>
            <a:lvl1pPr indent="0" algn="r" defTabSz="914400">
              <a:lnSpc>
                <a:spcPct val="100000"/>
              </a:lnSpc>
              <a:buNone/>
              <a:defRPr lang="en-US" sz="1000" b="1" u="none" strike="noStrike">
                <a:solidFill>
                  <a:schemeClr val="dk1">
                    <a:alpha val="70000"/>
                  </a:schemeClr>
                </a:solidFill>
                <a:effectLst/>
                <a:uFillTx/>
                <a:latin typeface="Consolas"/>
                <a:ea typeface="Montserrat Medium"/>
              </a:defRPr>
            </a:lvl1pPr>
          </a:lstStyle>
          <a:p>
            <a:pPr indent="0" algn="r" defTabSz="914400">
              <a:lnSpc>
                <a:spcPct val="100000"/>
              </a:lnSpc>
              <a:buNone/>
            </a:pPr>
            <a:fld id="{6A956A13-D859-4209-95E9-85F88511B114}" type="slidenum">
              <a:rPr lang="en-US" sz="1000" b="1" u="none" strike="noStrike">
                <a:solidFill>
                  <a:schemeClr val="dk1">
                    <a:alpha val="70000"/>
                  </a:schemeClr>
                </a:solidFill>
                <a:effectLst/>
                <a:uFillTx/>
                <a:latin typeface="Consolas"/>
                <a:ea typeface="Montserrat Medium"/>
              </a:rPr>
              <a:t>‹#›</a:t>
            </a:fld>
            <a:endParaRPr lang="en-US" sz="1000" b="0" u="none" strike="noStrike">
              <a:solidFill>
                <a:srgbClr val="000000"/>
              </a:solidFill>
              <a:effectLst/>
              <a:uFillTx/>
              <a:latin typeface="Times New Roman"/>
            </a:endParaRPr>
          </a:p>
        </p:txBody>
      </p:sp>
      <p:sp>
        <p:nvSpPr>
          <p:cNvPr id="101" name="PlaceHolder 2"/>
          <p:cNvSpPr>
            <a:spLocks noGrp="1"/>
          </p:cNvSpPr>
          <p:nvPr>
            <p:ph type="pic" hasCustomPrompt="1"/>
          </p:nvPr>
        </p:nvSpPr>
        <p:spPr>
          <a:xfrm>
            <a:off x="0" y="0"/>
            <a:ext cx="7427520" cy="6857640"/>
          </a:xfrm>
          <a:prstGeom prst="rect">
            <a:avLst/>
          </a:prstGeom>
          <a:pattFill prst="wdUpDiag">
            <a:fgClr>
              <a:srgbClr val="211A52"/>
            </a:fgClr>
            <a:bgClr>
              <a:srgbClr val="FFFFFF"/>
            </a:bgClr>
          </a:pattFill>
          <a:ln w="0">
            <a:noFill/>
          </a:ln>
        </p:spPr>
        <p:txBody>
          <a:bodyPr lIns="90000" tIns="45000" rIns="90000" bIns="45000" anchor="ctr">
            <a:normAutofit/>
          </a:bodyPr>
          <a:lstStyle/>
          <a:p>
            <a:pPr indent="0" algn="l">
              <a:buNone/>
            </a:pPr>
            <a:r>
              <a:rPr lang="en-US" sz="1000" b="0" u="none" strike="noStrike">
                <a:solidFill>
                  <a:srgbClr val="000000"/>
                </a:solidFill>
                <a:effectLst/>
                <a:uFillTx/>
                <a:latin typeface="Arial"/>
              </a:rPr>
              <a:t>Double-click to add an Image</a:t>
            </a:r>
          </a:p>
        </p:txBody>
      </p:sp>
      <p:sp>
        <p:nvSpPr>
          <p:cNvPr id="102" name="PlaceHolder 3"/>
          <p:cNvSpPr>
            <a:spLocks noGrp="1"/>
          </p:cNvSpPr>
          <p:nvPr>
            <p:ph type="title" hasCustomPrompt="1"/>
          </p:nvPr>
        </p:nvSpPr>
        <p:spPr>
          <a:xfrm>
            <a:off x="8031960" y="957600"/>
            <a:ext cx="3879000" cy="1987560"/>
          </a:xfrm>
          <a:prstGeom prst="rect">
            <a:avLst/>
          </a:prstGeom>
          <a:noFill/>
          <a:ln w="0">
            <a:noFill/>
          </a:ln>
        </p:spPr>
        <p:txBody>
          <a:bodyPr lIns="0" tIns="191880" rIns="0" bIns="0" anchor="t">
            <a:noAutofit/>
          </a:bodyPr>
          <a:lstStyle>
            <a:lvl1pPr indent="0" algn="l" defTabSz="914400">
              <a:lnSpc>
                <a:spcPct val="100000"/>
              </a:lnSpc>
              <a:buNone/>
              <a:defRPr lang="en-US" sz="3600" b="1" u="none" strike="noStrike" spc="300">
                <a:solidFill>
                  <a:schemeClr val="dk1"/>
                </a:solidFill>
                <a:effectLst/>
                <a:uFillTx/>
                <a:latin typeface="Consolas"/>
              </a:defRPr>
            </a:lvl1pPr>
          </a:lstStyle>
          <a:p>
            <a:pPr indent="0" algn="l" defTabSz="914400">
              <a:lnSpc>
                <a:spcPct val="100000"/>
              </a:lnSpc>
              <a:buNone/>
            </a:pPr>
            <a:r>
              <a:rPr lang="en-US" sz="3600" b="1" u="none" strike="noStrike" spc="300">
                <a:solidFill>
                  <a:schemeClr val="dk1"/>
                </a:solidFill>
                <a:effectLst/>
                <a:uFillTx/>
                <a:latin typeface="Consolas"/>
              </a:rPr>
              <a:t>KLIK HER FOR AT ÆNDRE TITEL</a:t>
            </a:r>
          </a:p>
        </p:txBody>
      </p:sp>
      <p:sp>
        <p:nvSpPr>
          <p:cNvPr id="103" name="PlaceHolder 4"/>
          <p:cNvSpPr>
            <a:spLocks noGrp="1"/>
          </p:cNvSpPr>
          <p:nvPr>
            <p:ph type="body" hasCustomPrompt="1"/>
          </p:nvPr>
        </p:nvSpPr>
        <p:spPr>
          <a:xfrm>
            <a:off x="8031960" y="3199680"/>
            <a:ext cx="3588120" cy="2982240"/>
          </a:xfrm>
          <a:prstGeom prst="rect">
            <a:avLst/>
          </a:prstGeom>
          <a:noFill/>
          <a:ln w="0">
            <a:noFill/>
          </a:ln>
        </p:spPr>
        <p:txBody>
          <a:bodyPr lIns="0" tIns="45720" rIns="0" bIns="45720" anchor="t">
            <a:noAutofit/>
          </a:bodyPr>
          <a:lstStyle>
            <a:lvl1pPr algn="l" defTabSz="914400">
              <a:lnSpc>
                <a:spcPct val="100000"/>
              </a:lnSpc>
              <a:spcBef>
                <a:spcPts val="601"/>
              </a:spcBef>
              <a:buSzPct val="100051"/>
              <a:buBlip>
                <a:blip r:embed="rId2"/>
              </a:buBlip>
              <a:defRPr lang="da-DK" sz="1600" b="0" u="none" strike="noStrike">
                <a:solidFill>
                  <a:schemeClr val="dk1"/>
                </a:solidFill>
                <a:effectLst/>
                <a:uFillTx/>
                <a:latin typeface="Consolas"/>
              </a:defRPr>
            </a:lvl1pPr>
            <a:lvl2pPr indent="0" algn="l" defTabSz="914400">
              <a:lnSpc>
                <a:spcPct val="100000"/>
              </a:lnSpc>
              <a:spcBef>
                <a:spcPts val="601"/>
              </a:spcBef>
              <a:buNone/>
              <a:defRPr lang="da-DK" sz="1600" b="0" u="none" strike="noStrike">
                <a:solidFill>
                  <a:schemeClr val="dk1"/>
                </a:solidFill>
                <a:effectLst/>
                <a:uFillTx/>
                <a:latin typeface="Consolas"/>
              </a:defRPr>
            </a:lvl2pPr>
            <a:lvl3pPr indent="0" algn="l" defTabSz="914400">
              <a:lnSpc>
                <a:spcPct val="100000"/>
              </a:lnSpc>
              <a:spcBef>
                <a:spcPts val="601"/>
              </a:spcBef>
              <a:buNone/>
              <a:defRPr lang="da-DK" sz="1600" b="0" u="none" strike="noStrike">
                <a:solidFill>
                  <a:schemeClr val="dk1"/>
                </a:solidFill>
                <a:effectLst/>
                <a:uFillTx/>
                <a:latin typeface="Consolas"/>
              </a:defRPr>
            </a:lvl3pPr>
          </a:lstStyle>
          <a:p>
            <a:pPr marL="285840" indent="-285840" algn="l" defTabSz="914400">
              <a:lnSpc>
                <a:spcPct val="100000"/>
              </a:lnSpc>
              <a:spcBef>
                <a:spcPts val="601"/>
              </a:spcBef>
              <a:buSzPct val="100051"/>
              <a:buBlip>
                <a:blip r:embed="rId2"/>
              </a:buBlip>
            </a:pPr>
            <a:r>
              <a:rPr lang="da-DK" sz="1600" b="0" u="none" strike="noStrike">
                <a:solidFill>
                  <a:schemeClr val="dk1"/>
                </a:solidFill>
                <a:effectLst/>
                <a:uFillTx/>
                <a:latin typeface="Consolas"/>
              </a:rPr>
              <a:t>Indsæt bullets</a:t>
            </a:r>
            <a:endParaRPr lang="en-US" sz="1600" b="0" u="none" strike="noStrike">
              <a:solidFill>
                <a:schemeClr val="dk1"/>
              </a:solidFill>
              <a:effectLst/>
              <a:uFillTx/>
              <a:latin typeface="Consolas"/>
            </a:endParaRPr>
          </a:p>
          <a:p>
            <a:pPr indent="0" algn="l" defTabSz="914400">
              <a:lnSpc>
                <a:spcPct val="100000"/>
              </a:lnSpc>
              <a:spcBef>
                <a:spcPts val="601"/>
              </a:spcBef>
              <a:buNone/>
            </a:pPr>
            <a:endParaRPr lang="en-US" sz="1600" b="0" u="none" strike="noStrike">
              <a:solidFill>
                <a:schemeClr val="dk1"/>
              </a:solidFill>
              <a:effectLst/>
              <a:uFillTx/>
              <a:latin typeface="Consolas"/>
            </a:endParaRPr>
          </a:p>
          <a:p>
            <a:pPr indent="0" algn="l" defTabSz="914400">
              <a:lnSpc>
                <a:spcPct val="100000"/>
              </a:lnSpc>
              <a:spcBef>
                <a:spcPts val="601"/>
              </a:spcBef>
              <a:buNone/>
            </a:pPr>
            <a:endParaRPr lang="en-US" sz="1600" b="0" u="none" strike="noStrike">
              <a:solidFill>
                <a:schemeClr val="dk1"/>
              </a:solidFill>
              <a:effectLst/>
              <a:uFillTx/>
              <a:latin typeface="Consolas"/>
            </a:endParaRPr>
          </a:p>
        </p:txBody>
      </p:sp>
      <p:grpSp>
        <p:nvGrpSpPr>
          <p:cNvPr id="104" name="Gruppe 7"/>
          <p:cNvGrpSpPr/>
          <p:nvPr/>
        </p:nvGrpSpPr>
        <p:grpSpPr>
          <a:xfrm>
            <a:off x="7427880" y="1288440"/>
            <a:ext cx="405000" cy="1182600"/>
            <a:chOff x="7427880" y="1288440"/>
            <a:chExt cx="405000" cy="1182600"/>
          </a:xfrm>
        </p:grpSpPr>
        <p:sp>
          <p:nvSpPr>
            <p:cNvPr id="105" name="Freeform 53"/>
            <p:cNvSpPr/>
            <p:nvPr/>
          </p:nvSpPr>
          <p:spPr>
            <a:xfrm>
              <a:off x="7759800" y="239976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106" name="Freeform 54"/>
            <p:cNvSpPr/>
            <p:nvPr/>
          </p:nvSpPr>
          <p:spPr>
            <a:xfrm>
              <a:off x="7668000" y="231696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rIns="71280" numCol="1" spcCol="0" anchor="t">
              <a:noAutofit/>
            </a:bodyPr>
            <a:lstStyle/>
            <a:p>
              <a:endParaRPr lang="da-DK" sz="1800" b="0" u="none" strike="noStrike">
                <a:solidFill>
                  <a:schemeClr val="dk1"/>
                </a:solidFill>
                <a:effectLst/>
                <a:uFillTx/>
                <a:latin typeface="Consolas"/>
              </a:endParaRPr>
            </a:p>
          </p:txBody>
        </p:sp>
        <p:sp>
          <p:nvSpPr>
            <p:cNvPr id="107" name="Freeform 55"/>
            <p:cNvSpPr/>
            <p:nvPr/>
          </p:nvSpPr>
          <p:spPr>
            <a:xfrm>
              <a:off x="7556400" y="223632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08" name="Freeform 56"/>
            <p:cNvSpPr/>
            <p:nvPr/>
          </p:nvSpPr>
          <p:spPr>
            <a:xfrm>
              <a:off x="7427880" y="215748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09" name="Freeform 57"/>
            <p:cNvSpPr/>
            <p:nvPr/>
          </p:nvSpPr>
          <p:spPr>
            <a:xfrm>
              <a:off x="7427880" y="208620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10" name="Freeform 58"/>
            <p:cNvSpPr/>
            <p:nvPr/>
          </p:nvSpPr>
          <p:spPr>
            <a:xfrm>
              <a:off x="7427880" y="201096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11" name="Freeform 59"/>
            <p:cNvSpPr/>
            <p:nvPr/>
          </p:nvSpPr>
          <p:spPr>
            <a:xfrm>
              <a:off x="7427880" y="194292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12" name="Freeform 60"/>
            <p:cNvSpPr/>
            <p:nvPr/>
          </p:nvSpPr>
          <p:spPr>
            <a:xfrm>
              <a:off x="7427880" y="187524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13" name="Freeform 61"/>
            <p:cNvSpPr/>
            <p:nvPr/>
          </p:nvSpPr>
          <p:spPr>
            <a:xfrm>
              <a:off x="7427880" y="180576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14" name="Freeform 62"/>
            <p:cNvSpPr/>
            <p:nvPr/>
          </p:nvSpPr>
          <p:spPr>
            <a:xfrm>
              <a:off x="7427880" y="174132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15" name="Freeform 63"/>
            <p:cNvSpPr/>
            <p:nvPr/>
          </p:nvSpPr>
          <p:spPr>
            <a:xfrm>
              <a:off x="7427880" y="168084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16" name="Freeform 64"/>
            <p:cNvSpPr/>
            <p:nvPr/>
          </p:nvSpPr>
          <p:spPr>
            <a:xfrm>
              <a:off x="7427880" y="162036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17" name="Freeform 65"/>
            <p:cNvSpPr/>
            <p:nvPr/>
          </p:nvSpPr>
          <p:spPr>
            <a:xfrm>
              <a:off x="7427880" y="156528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18" name="Freeform 66"/>
            <p:cNvSpPr/>
            <p:nvPr/>
          </p:nvSpPr>
          <p:spPr>
            <a:xfrm>
              <a:off x="7427880" y="150480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19" name="Freeform 67"/>
            <p:cNvSpPr/>
            <p:nvPr/>
          </p:nvSpPr>
          <p:spPr>
            <a:xfrm>
              <a:off x="7427880" y="145188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20" name="Freeform 68"/>
            <p:cNvSpPr/>
            <p:nvPr/>
          </p:nvSpPr>
          <p:spPr>
            <a:xfrm>
              <a:off x="7427880" y="139860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21" name="Freeform 69"/>
            <p:cNvSpPr/>
            <p:nvPr/>
          </p:nvSpPr>
          <p:spPr>
            <a:xfrm>
              <a:off x="7427880" y="134532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22" name="Freeform 70"/>
            <p:cNvSpPr/>
            <p:nvPr/>
          </p:nvSpPr>
          <p:spPr>
            <a:xfrm>
              <a:off x="7427880" y="129240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23" name="Freeform 71"/>
            <p:cNvSpPr/>
            <p:nvPr/>
          </p:nvSpPr>
          <p:spPr>
            <a:xfrm>
              <a:off x="7427880" y="128844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tIns="32040" bIns="32040" numCol="1" spcCol="0" anchor="t">
              <a:noAutofit/>
            </a:bodyPr>
            <a:lstStyle/>
            <a:p>
              <a:endParaRPr lang="da-DK" sz="1800" b="0" u="none" strike="noStrike">
                <a:solidFill>
                  <a:schemeClr val="dk1"/>
                </a:solidFill>
                <a:effectLst/>
                <a:uFillTx/>
                <a:latin typeface="Consola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2 x billeder højre">
    <p:bg>
      <p:bgPr>
        <a:solidFill>
          <a:srgbClr val="FFFFFF"/>
        </a:solidFill>
        <a:effectLst/>
      </p:bgPr>
    </p:bg>
    <p:spTree>
      <p:nvGrpSpPr>
        <p:cNvPr id="1" name=""/>
        <p:cNvGrpSpPr/>
        <p:nvPr/>
      </p:nvGrpSpPr>
      <p:grpSpPr>
        <a:xfrm>
          <a:off x="0" y="0"/>
          <a:ext cx="0" cy="0"/>
          <a:chOff x="0" y="0"/>
          <a:chExt cx="0" cy="0"/>
        </a:xfrm>
      </p:grpSpPr>
      <p:grpSp>
        <p:nvGrpSpPr>
          <p:cNvPr id="124" name="Gruppe 57"/>
          <p:cNvGrpSpPr/>
          <p:nvPr/>
        </p:nvGrpSpPr>
        <p:grpSpPr>
          <a:xfrm>
            <a:off x="5466600" y="6027120"/>
            <a:ext cx="1272240" cy="668520"/>
            <a:chOff x="5466600" y="6027120"/>
            <a:chExt cx="1272240" cy="668520"/>
          </a:xfrm>
        </p:grpSpPr>
        <p:grpSp>
          <p:nvGrpSpPr>
            <p:cNvPr id="125" name="Gruppe 55"/>
            <p:cNvGrpSpPr/>
            <p:nvPr/>
          </p:nvGrpSpPr>
          <p:grpSpPr>
            <a:xfrm>
              <a:off x="5466600" y="6631920"/>
              <a:ext cx="1272240" cy="63720"/>
              <a:chOff x="5466600" y="6631920"/>
              <a:chExt cx="1272240" cy="63720"/>
            </a:xfrm>
          </p:grpSpPr>
          <p:sp>
            <p:nvSpPr>
              <p:cNvPr id="126"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5640" tIns="30600" rIns="35640" bIns="30600" numCol="1" spcCol="0" anchor="t">
                <a:noAutofit/>
              </a:bodyPr>
              <a:lstStyle/>
              <a:p>
                <a:endParaRPr lang="da-DK" sz="1800" b="0" u="none" strike="noStrike">
                  <a:solidFill>
                    <a:schemeClr val="dk1"/>
                  </a:solidFill>
                  <a:effectLst/>
                  <a:uFillTx/>
                  <a:latin typeface="Consolas"/>
                </a:endParaRPr>
              </a:p>
            </p:txBody>
          </p:sp>
          <p:sp>
            <p:nvSpPr>
              <p:cNvPr id="127"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6360" tIns="30600" rIns="36360" bIns="30600" numCol="1" spcCol="0" anchor="t">
                <a:noAutofit/>
              </a:bodyPr>
              <a:lstStyle/>
              <a:p>
                <a:endParaRPr lang="da-DK" sz="1800" b="0" u="none" strike="noStrike">
                  <a:solidFill>
                    <a:schemeClr val="dk1"/>
                  </a:solidFill>
                  <a:effectLst/>
                  <a:uFillTx/>
                  <a:latin typeface="Consolas"/>
                </a:endParaRPr>
              </a:p>
            </p:txBody>
          </p:sp>
          <p:sp>
            <p:nvSpPr>
              <p:cNvPr id="128"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129"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720" tIns="30600" rIns="27720" bIns="30600" numCol="1" spcCol="0" anchor="t">
                <a:noAutofit/>
              </a:bodyPr>
              <a:lstStyle/>
              <a:p>
                <a:endParaRPr lang="da-DK" sz="1800" b="0" u="none" strike="noStrike">
                  <a:solidFill>
                    <a:schemeClr val="dk1"/>
                  </a:solidFill>
                  <a:effectLst/>
                  <a:uFillTx/>
                  <a:latin typeface="Consolas"/>
                </a:endParaRPr>
              </a:p>
            </p:txBody>
          </p:sp>
          <p:sp>
            <p:nvSpPr>
              <p:cNvPr id="130"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2040" rIns="29160" bIns="32040" numCol="1" spcCol="0" anchor="t">
                <a:noAutofit/>
              </a:bodyPr>
              <a:lstStyle/>
              <a:p>
                <a:endParaRPr lang="da-DK" sz="1800" b="0" u="none" strike="noStrike">
                  <a:solidFill>
                    <a:schemeClr val="dk1"/>
                  </a:solidFill>
                  <a:effectLst/>
                  <a:uFillTx/>
                  <a:latin typeface="Consolas"/>
                </a:endParaRPr>
              </a:p>
            </p:txBody>
          </p:sp>
          <p:sp>
            <p:nvSpPr>
              <p:cNvPr id="131"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132"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133"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134"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135"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136"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4200" tIns="30600" rIns="34200" bIns="30600" numCol="1" spcCol="0" anchor="t">
                <a:noAutofit/>
              </a:bodyPr>
              <a:lstStyle/>
              <a:p>
                <a:endParaRPr lang="da-DK" sz="1800" b="0" u="none" strike="noStrike">
                  <a:solidFill>
                    <a:schemeClr val="dk1"/>
                  </a:solidFill>
                  <a:effectLst/>
                  <a:uFillTx/>
                  <a:latin typeface="Consolas"/>
                </a:endParaRPr>
              </a:p>
            </p:txBody>
          </p:sp>
          <p:sp>
            <p:nvSpPr>
              <p:cNvPr id="137"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138"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0600" rIns="29160" bIns="30600" numCol="1" spcCol="0" anchor="t">
                <a:noAutofit/>
              </a:bodyPr>
              <a:lstStyle/>
              <a:p>
                <a:endParaRPr lang="da-DK" sz="1800" b="0" u="none" strike="noStrike">
                  <a:solidFill>
                    <a:schemeClr val="dk1"/>
                  </a:solidFill>
                  <a:effectLst/>
                  <a:uFillTx/>
                  <a:latin typeface="Consolas"/>
                </a:endParaRPr>
              </a:p>
            </p:txBody>
          </p:sp>
          <p:sp>
            <p:nvSpPr>
              <p:cNvPr id="139"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140"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141"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142"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143"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grpSp>
        <p:grpSp>
          <p:nvGrpSpPr>
            <p:cNvPr id="144" name="Gruppe 56"/>
            <p:cNvGrpSpPr/>
            <p:nvPr/>
          </p:nvGrpSpPr>
          <p:grpSpPr>
            <a:xfrm>
              <a:off x="5864400" y="6027120"/>
              <a:ext cx="413640" cy="439920"/>
              <a:chOff x="5864400" y="6027120"/>
              <a:chExt cx="413640" cy="439920"/>
            </a:xfrm>
          </p:grpSpPr>
          <p:sp>
            <p:nvSpPr>
              <p:cNvPr id="145"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46"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47"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grpSp>
      </p:grpSp>
      <p:grpSp>
        <p:nvGrpSpPr>
          <p:cNvPr id="148" name="Gruppe 80"/>
          <p:cNvGrpSpPr/>
          <p:nvPr/>
        </p:nvGrpSpPr>
        <p:grpSpPr>
          <a:xfrm>
            <a:off x="-3600" y="657360"/>
            <a:ext cx="405000" cy="1182240"/>
            <a:chOff x="-3600" y="657360"/>
            <a:chExt cx="405000" cy="1182240"/>
          </a:xfrm>
        </p:grpSpPr>
        <p:sp>
          <p:nvSpPr>
            <p:cNvPr id="149" name="Freeform 53"/>
            <p:cNvSpPr/>
            <p:nvPr/>
          </p:nvSpPr>
          <p:spPr>
            <a:xfrm>
              <a:off x="3283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150" name="Freeform 54"/>
            <p:cNvSpPr/>
            <p:nvPr/>
          </p:nvSpPr>
          <p:spPr>
            <a:xfrm>
              <a:off x="2365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rIns="71280" numCol="1" spcCol="0" anchor="t">
              <a:noAutofit/>
            </a:bodyPr>
            <a:lstStyle/>
            <a:p>
              <a:endParaRPr lang="da-DK" sz="1800" b="0" u="none" strike="noStrike">
                <a:solidFill>
                  <a:schemeClr val="dk1"/>
                </a:solidFill>
                <a:effectLst/>
                <a:uFillTx/>
                <a:latin typeface="Consolas"/>
              </a:endParaRPr>
            </a:p>
          </p:txBody>
        </p:sp>
        <p:sp>
          <p:nvSpPr>
            <p:cNvPr id="151" name="Freeform 55"/>
            <p:cNvSpPr/>
            <p:nvPr/>
          </p:nvSpPr>
          <p:spPr>
            <a:xfrm>
              <a:off x="12492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52" name="Freeform 56"/>
            <p:cNvSpPr/>
            <p:nvPr/>
          </p:nvSpPr>
          <p:spPr>
            <a:xfrm>
              <a:off x="-360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53" name="Freeform 57"/>
            <p:cNvSpPr/>
            <p:nvPr/>
          </p:nvSpPr>
          <p:spPr>
            <a:xfrm>
              <a:off x="-360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54" name="Freeform 58"/>
            <p:cNvSpPr/>
            <p:nvPr/>
          </p:nvSpPr>
          <p:spPr>
            <a:xfrm>
              <a:off x="-360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55" name="Freeform 59"/>
            <p:cNvSpPr/>
            <p:nvPr/>
          </p:nvSpPr>
          <p:spPr>
            <a:xfrm>
              <a:off x="-360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56" name="Freeform 60"/>
            <p:cNvSpPr/>
            <p:nvPr/>
          </p:nvSpPr>
          <p:spPr>
            <a:xfrm>
              <a:off x="-360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57" name="Freeform 61"/>
            <p:cNvSpPr/>
            <p:nvPr/>
          </p:nvSpPr>
          <p:spPr>
            <a:xfrm>
              <a:off x="-360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58" name="Freeform 62"/>
            <p:cNvSpPr/>
            <p:nvPr/>
          </p:nvSpPr>
          <p:spPr>
            <a:xfrm>
              <a:off x="-360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59" name="Freeform 63"/>
            <p:cNvSpPr/>
            <p:nvPr/>
          </p:nvSpPr>
          <p:spPr>
            <a:xfrm>
              <a:off x="-360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60" name="Freeform 64"/>
            <p:cNvSpPr/>
            <p:nvPr/>
          </p:nvSpPr>
          <p:spPr>
            <a:xfrm>
              <a:off x="-360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61" name="Freeform 65"/>
            <p:cNvSpPr/>
            <p:nvPr/>
          </p:nvSpPr>
          <p:spPr>
            <a:xfrm>
              <a:off x="-360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62" name="Freeform 66"/>
            <p:cNvSpPr/>
            <p:nvPr/>
          </p:nvSpPr>
          <p:spPr>
            <a:xfrm>
              <a:off x="-360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63" name="Freeform 67"/>
            <p:cNvSpPr/>
            <p:nvPr/>
          </p:nvSpPr>
          <p:spPr>
            <a:xfrm>
              <a:off x="-360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64" name="Freeform 68"/>
            <p:cNvSpPr/>
            <p:nvPr/>
          </p:nvSpPr>
          <p:spPr>
            <a:xfrm>
              <a:off x="-360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65" name="Freeform 69"/>
            <p:cNvSpPr/>
            <p:nvPr/>
          </p:nvSpPr>
          <p:spPr>
            <a:xfrm>
              <a:off x="-360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66" name="Freeform 70"/>
            <p:cNvSpPr/>
            <p:nvPr/>
          </p:nvSpPr>
          <p:spPr>
            <a:xfrm>
              <a:off x="-360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67" name="Freeform 71"/>
            <p:cNvSpPr/>
            <p:nvPr/>
          </p:nvSpPr>
          <p:spPr>
            <a:xfrm>
              <a:off x="-360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tIns="32040" bIns="32040" numCol="1" spcCol="0" anchor="t">
              <a:noAutofit/>
            </a:bodyPr>
            <a:lstStyle/>
            <a:p>
              <a:endParaRPr lang="da-DK" sz="1800" b="0" u="none" strike="noStrike">
                <a:solidFill>
                  <a:schemeClr val="dk1"/>
                </a:solidFill>
                <a:effectLst/>
                <a:uFillTx/>
                <a:latin typeface="Consolas"/>
              </a:endParaRPr>
            </a:p>
          </p:txBody>
        </p:sp>
      </p:grpSp>
      <p:sp>
        <p:nvSpPr>
          <p:cNvPr id="168" name="PlaceHolder 1"/>
          <p:cNvSpPr>
            <a:spLocks noGrp="1"/>
          </p:cNvSpPr>
          <p:nvPr>
            <p:ph type="sldNum" idx="2"/>
          </p:nvPr>
        </p:nvSpPr>
        <p:spPr>
          <a:xfrm>
            <a:off x="11340000" y="593280"/>
            <a:ext cx="570960" cy="226800"/>
          </a:xfrm>
          <a:prstGeom prst="rect">
            <a:avLst/>
          </a:prstGeom>
          <a:noFill/>
          <a:ln w="0">
            <a:noFill/>
          </a:ln>
        </p:spPr>
        <p:txBody>
          <a:bodyPr lIns="0" tIns="0" rIns="0" bIns="0" anchor="ctr">
            <a:noAutofit/>
          </a:bodyPr>
          <a:lstStyle>
            <a:lvl1pPr indent="0" algn="r" defTabSz="914400">
              <a:lnSpc>
                <a:spcPct val="100000"/>
              </a:lnSpc>
              <a:buNone/>
              <a:defRPr lang="en-US" sz="1000" b="1" u="none" strike="noStrike">
                <a:solidFill>
                  <a:schemeClr val="dk1">
                    <a:alpha val="70000"/>
                  </a:schemeClr>
                </a:solidFill>
                <a:effectLst/>
                <a:uFillTx/>
                <a:latin typeface="Consolas"/>
                <a:ea typeface="Montserrat Medium"/>
              </a:defRPr>
            </a:lvl1pPr>
          </a:lstStyle>
          <a:p>
            <a:pPr indent="0" algn="r" defTabSz="914400">
              <a:lnSpc>
                <a:spcPct val="100000"/>
              </a:lnSpc>
              <a:buNone/>
            </a:pPr>
            <a:fld id="{2F64CDDD-AB4E-43E3-8A7C-E54D40FA4358}" type="slidenum">
              <a:rPr lang="en-US" sz="1000" b="1" u="none" strike="noStrike">
                <a:solidFill>
                  <a:schemeClr val="dk1">
                    <a:alpha val="70000"/>
                  </a:schemeClr>
                </a:solidFill>
                <a:effectLst/>
                <a:uFillTx/>
                <a:latin typeface="Consolas"/>
                <a:ea typeface="Montserrat Medium"/>
              </a:rPr>
              <a:t>‹#›</a:t>
            </a:fld>
            <a:endParaRPr lang="en-US" sz="1000" b="0" u="none" strike="noStrike">
              <a:solidFill>
                <a:srgbClr val="000000"/>
              </a:solidFill>
              <a:effectLst/>
              <a:uFillTx/>
              <a:latin typeface="Times New Roman"/>
            </a:endParaRPr>
          </a:p>
        </p:txBody>
      </p:sp>
      <p:sp>
        <p:nvSpPr>
          <p:cNvPr id="169" name="PlaceHolder 2"/>
          <p:cNvSpPr>
            <a:spLocks noGrp="1"/>
          </p:cNvSpPr>
          <p:nvPr>
            <p:ph type="pic" hasCustomPrompt="1"/>
          </p:nvPr>
        </p:nvSpPr>
        <p:spPr>
          <a:xfrm>
            <a:off x="7427880" y="3492360"/>
            <a:ext cx="4763880" cy="3359880"/>
          </a:xfrm>
          <a:prstGeom prst="rect">
            <a:avLst/>
          </a:prstGeom>
          <a:pattFill prst="wdUpDiag">
            <a:fgClr>
              <a:srgbClr val="211A52"/>
            </a:fgClr>
            <a:bgClr>
              <a:srgbClr val="FFFFFF"/>
            </a:bgClr>
          </a:pattFill>
          <a:ln w="0">
            <a:noFill/>
          </a:ln>
        </p:spPr>
        <p:txBody>
          <a:bodyPr lIns="90000" tIns="45000" rIns="90000" bIns="45000" anchor="ctr">
            <a:normAutofit/>
          </a:bodyPr>
          <a:lstStyle/>
          <a:p>
            <a:pPr indent="0" algn="l">
              <a:buNone/>
            </a:pPr>
            <a:r>
              <a:rPr lang="en-US" sz="1000" b="0" u="none" strike="noStrike">
                <a:solidFill>
                  <a:srgbClr val="000000"/>
                </a:solidFill>
                <a:effectLst/>
                <a:uFillTx/>
                <a:latin typeface="Arial"/>
              </a:rPr>
              <a:t>Double-click to add an Image</a:t>
            </a:r>
          </a:p>
        </p:txBody>
      </p:sp>
      <p:sp>
        <p:nvSpPr>
          <p:cNvPr id="170" name="PlaceHolder 3"/>
          <p:cNvSpPr>
            <a:spLocks noGrp="1"/>
          </p:cNvSpPr>
          <p:nvPr>
            <p:ph type="title" hasCustomPrompt="1"/>
          </p:nvPr>
        </p:nvSpPr>
        <p:spPr>
          <a:xfrm>
            <a:off x="587520" y="357840"/>
            <a:ext cx="4542480" cy="1486440"/>
          </a:xfrm>
          <a:prstGeom prst="rect">
            <a:avLst/>
          </a:prstGeom>
          <a:noFill/>
          <a:ln w="0">
            <a:noFill/>
          </a:ln>
        </p:spPr>
        <p:txBody>
          <a:bodyPr lIns="0" tIns="191880" rIns="0" bIns="0" anchor="t">
            <a:noAutofit/>
          </a:bodyPr>
          <a:lstStyle>
            <a:lvl1pPr indent="0" algn="l" defTabSz="914400">
              <a:lnSpc>
                <a:spcPct val="100000"/>
              </a:lnSpc>
              <a:buNone/>
              <a:defRPr lang="en-US" sz="3600" b="1" u="none" strike="noStrike" spc="300">
                <a:solidFill>
                  <a:schemeClr val="dk1"/>
                </a:solidFill>
                <a:effectLst/>
                <a:uFillTx/>
                <a:latin typeface="Consolas"/>
              </a:defRPr>
            </a:lvl1pPr>
          </a:lstStyle>
          <a:p>
            <a:pPr indent="0" algn="l" defTabSz="914400">
              <a:lnSpc>
                <a:spcPct val="100000"/>
              </a:lnSpc>
              <a:buNone/>
            </a:pPr>
            <a:r>
              <a:rPr lang="en-US" sz="3600" b="1" u="none" strike="noStrike" spc="300">
                <a:solidFill>
                  <a:schemeClr val="dk1"/>
                </a:solidFill>
                <a:effectLst/>
                <a:uFillTx/>
                <a:latin typeface="Consolas"/>
              </a:rPr>
              <a:t>KLIK HER FOR AT ÆNDRE TITEL</a:t>
            </a:r>
          </a:p>
        </p:txBody>
      </p:sp>
      <p:sp>
        <p:nvSpPr>
          <p:cNvPr id="171" name="PlaceHolder 4"/>
          <p:cNvSpPr>
            <a:spLocks noGrp="1"/>
          </p:cNvSpPr>
          <p:nvPr>
            <p:ph type="body" hasCustomPrompt="1"/>
          </p:nvPr>
        </p:nvSpPr>
        <p:spPr>
          <a:xfrm>
            <a:off x="587520" y="2127240"/>
            <a:ext cx="4542480" cy="3575160"/>
          </a:xfrm>
          <a:prstGeom prst="rect">
            <a:avLst/>
          </a:prstGeom>
          <a:noFill/>
          <a:ln w="0">
            <a:noFill/>
          </a:ln>
        </p:spPr>
        <p:txBody>
          <a:bodyPr lIns="0" tIns="45720" rIns="0" bIns="45720" anchor="t">
            <a:noAutofit/>
          </a:bodyPr>
          <a:lstStyle>
            <a:lvl1pPr algn="l" defTabSz="914400">
              <a:lnSpc>
                <a:spcPct val="100000"/>
              </a:lnSpc>
              <a:spcBef>
                <a:spcPts val="601"/>
              </a:spcBef>
              <a:buSzPct val="100051"/>
              <a:buBlip>
                <a:blip r:embed="rId2"/>
              </a:buBlip>
              <a:defRPr lang="da-DK" sz="1600" b="0" u="none" strike="noStrike">
                <a:solidFill>
                  <a:schemeClr val="dk1"/>
                </a:solidFill>
                <a:effectLst/>
                <a:uFillTx/>
                <a:latin typeface="Consolas"/>
              </a:defRPr>
            </a:lvl1pPr>
            <a:lvl2pPr indent="0" algn="l" defTabSz="914400">
              <a:lnSpc>
                <a:spcPct val="100000"/>
              </a:lnSpc>
              <a:spcBef>
                <a:spcPts val="601"/>
              </a:spcBef>
              <a:buNone/>
              <a:defRPr lang="da-DK" sz="1600" b="0" u="none" strike="noStrike">
                <a:solidFill>
                  <a:schemeClr val="dk1"/>
                </a:solidFill>
                <a:effectLst/>
                <a:uFillTx/>
                <a:latin typeface="Consolas"/>
              </a:defRPr>
            </a:lvl2pPr>
            <a:lvl3pPr indent="0" algn="l" defTabSz="914400">
              <a:lnSpc>
                <a:spcPct val="100000"/>
              </a:lnSpc>
              <a:spcBef>
                <a:spcPts val="601"/>
              </a:spcBef>
              <a:buNone/>
              <a:defRPr lang="da-DK" sz="1600" b="0" u="none" strike="noStrike">
                <a:solidFill>
                  <a:schemeClr val="dk1"/>
                </a:solidFill>
                <a:effectLst/>
                <a:uFillTx/>
                <a:latin typeface="Consolas"/>
              </a:defRPr>
            </a:lvl3pPr>
          </a:lstStyle>
          <a:p>
            <a:pPr marL="285840" indent="-285840" algn="l" defTabSz="914400">
              <a:lnSpc>
                <a:spcPct val="100000"/>
              </a:lnSpc>
              <a:spcBef>
                <a:spcPts val="601"/>
              </a:spcBef>
              <a:buSzPct val="100051"/>
              <a:buBlip>
                <a:blip r:embed="rId2"/>
              </a:buBlip>
            </a:pPr>
            <a:r>
              <a:rPr lang="da-DK" sz="1600" b="0" u="none" strike="noStrike">
                <a:solidFill>
                  <a:schemeClr val="dk1"/>
                </a:solidFill>
                <a:effectLst/>
                <a:uFillTx/>
                <a:latin typeface="Consolas"/>
              </a:rPr>
              <a:t>Indsæt bullets</a:t>
            </a:r>
            <a:endParaRPr lang="en-US" sz="1600" b="0" u="none" strike="noStrike">
              <a:solidFill>
                <a:schemeClr val="dk1"/>
              </a:solidFill>
              <a:effectLst/>
              <a:uFillTx/>
              <a:latin typeface="Consolas"/>
            </a:endParaRPr>
          </a:p>
          <a:p>
            <a:pPr indent="0" algn="l" defTabSz="914400">
              <a:lnSpc>
                <a:spcPct val="100000"/>
              </a:lnSpc>
              <a:spcBef>
                <a:spcPts val="601"/>
              </a:spcBef>
              <a:buNone/>
            </a:pPr>
            <a:endParaRPr lang="en-US" sz="1600" b="0" u="none" strike="noStrike">
              <a:solidFill>
                <a:schemeClr val="dk1"/>
              </a:solidFill>
              <a:effectLst/>
              <a:uFillTx/>
              <a:latin typeface="Consolas"/>
            </a:endParaRPr>
          </a:p>
          <a:p>
            <a:pPr indent="0" algn="l" defTabSz="914400">
              <a:lnSpc>
                <a:spcPct val="100000"/>
              </a:lnSpc>
              <a:spcBef>
                <a:spcPts val="601"/>
              </a:spcBef>
              <a:buNone/>
            </a:pPr>
            <a:endParaRPr lang="en-US" sz="1600" b="0" u="none" strike="noStrike">
              <a:solidFill>
                <a:schemeClr val="dk1"/>
              </a:solidFill>
              <a:effectLst/>
              <a:uFillTx/>
              <a:latin typeface="Consolas"/>
            </a:endParaRPr>
          </a:p>
        </p:txBody>
      </p:sp>
      <p:sp>
        <p:nvSpPr>
          <p:cNvPr id="172" name="PlaceHolder 5"/>
          <p:cNvSpPr>
            <a:spLocks noGrp="1"/>
          </p:cNvSpPr>
          <p:nvPr>
            <p:ph type="pic" hasCustomPrompt="1"/>
          </p:nvPr>
        </p:nvSpPr>
        <p:spPr>
          <a:xfrm>
            <a:off x="7427880" y="0"/>
            <a:ext cx="4763880" cy="3359880"/>
          </a:xfrm>
          <a:prstGeom prst="rect">
            <a:avLst/>
          </a:prstGeom>
          <a:pattFill prst="wdUpDiag">
            <a:fgClr>
              <a:srgbClr val="211A52"/>
            </a:fgClr>
            <a:bgClr>
              <a:srgbClr val="FFFFFF"/>
            </a:bgClr>
          </a:pattFill>
          <a:ln w="0">
            <a:noFill/>
          </a:ln>
        </p:spPr>
        <p:txBody>
          <a:bodyPr lIns="90000" tIns="45000" rIns="90000" bIns="45000" anchor="ctr">
            <a:normAutofit/>
          </a:bodyPr>
          <a:lstStyle/>
          <a:p>
            <a:pPr indent="0" algn="l">
              <a:buNone/>
            </a:pPr>
            <a:r>
              <a:rPr lang="en-US" sz="1000" b="0" u="none" strike="noStrike">
                <a:solidFill>
                  <a:srgbClr val="000000"/>
                </a:solidFill>
                <a:effectLst/>
                <a:uFillTx/>
                <a:latin typeface="Arial"/>
              </a:rPr>
              <a:t>Double-click to add an Image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å layout højre">
    <p:bg>
      <p:bgPr>
        <a:solidFill>
          <a:srgbClr val="FFFFFF"/>
        </a:solidFill>
        <a:effectLst/>
      </p:bgPr>
    </p:bg>
    <p:spTree>
      <p:nvGrpSpPr>
        <p:cNvPr id="1" name=""/>
        <p:cNvGrpSpPr/>
        <p:nvPr/>
      </p:nvGrpSpPr>
      <p:grpSpPr>
        <a:xfrm>
          <a:off x="0" y="0"/>
          <a:ext cx="0" cy="0"/>
          <a:chOff x="0" y="0"/>
          <a:chExt cx="0" cy="0"/>
        </a:xfrm>
      </p:grpSpPr>
      <p:grpSp>
        <p:nvGrpSpPr>
          <p:cNvPr id="173" name="Gruppe 57" hidden="1"/>
          <p:cNvGrpSpPr/>
          <p:nvPr/>
        </p:nvGrpSpPr>
        <p:grpSpPr>
          <a:xfrm>
            <a:off x="5466600" y="6027120"/>
            <a:ext cx="1272240" cy="668520"/>
            <a:chOff x="5466600" y="6027120"/>
            <a:chExt cx="1272240" cy="668520"/>
          </a:xfrm>
        </p:grpSpPr>
        <p:grpSp>
          <p:nvGrpSpPr>
            <p:cNvPr id="174" name="Gruppe 55"/>
            <p:cNvGrpSpPr/>
            <p:nvPr/>
          </p:nvGrpSpPr>
          <p:grpSpPr>
            <a:xfrm>
              <a:off x="5466600" y="6631920"/>
              <a:ext cx="1272240" cy="63720"/>
              <a:chOff x="5466600" y="6631920"/>
              <a:chExt cx="1272240" cy="63720"/>
            </a:xfrm>
          </p:grpSpPr>
          <p:sp>
            <p:nvSpPr>
              <p:cNvPr id="175"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5640" tIns="30600" rIns="35640" bIns="30600" numCol="1" spcCol="0" anchor="t">
                <a:noAutofit/>
              </a:bodyPr>
              <a:lstStyle/>
              <a:p>
                <a:endParaRPr lang="da-DK" sz="1800" b="0" u="none" strike="noStrike">
                  <a:solidFill>
                    <a:schemeClr val="dk1"/>
                  </a:solidFill>
                  <a:effectLst/>
                  <a:uFillTx/>
                  <a:latin typeface="Consolas"/>
                </a:endParaRPr>
              </a:p>
            </p:txBody>
          </p:sp>
          <p:sp>
            <p:nvSpPr>
              <p:cNvPr id="176"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6360" tIns="30600" rIns="36360" bIns="30600" numCol="1" spcCol="0" anchor="t">
                <a:noAutofit/>
              </a:bodyPr>
              <a:lstStyle/>
              <a:p>
                <a:endParaRPr lang="da-DK" sz="1800" b="0" u="none" strike="noStrike">
                  <a:solidFill>
                    <a:schemeClr val="dk1"/>
                  </a:solidFill>
                  <a:effectLst/>
                  <a:uFillTx/>
                  <a:latin typeface="Consolas"/>
                </a:endParaRPr>
              </a:p>
            </p:txBody>
          </p:sp>
          <p:sp>
            <p:nvSpPr>
              <p:cNvPr id="177"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178"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720" tIns="30600" rIns="27720" bIns="30600" numCol="1" spcCol="0" anchor="t">
                <a:noAutofit/>
              </a:bodyPr>
              <a:lstStyle/>
              <a:p>
                <a:endParaRPr lang="da-DK" sz="1800" b="0" u="none" strike="noStrike">
                  <a:solidFill>
                    <a:schemeClr val="dk1"/>
                  </a:solidFill>
                  <a:effectLst/>
                  <a:uFillTx/>
                  <a:latin typeface="Consolas"/>
                </a:endParaRPr>
              </a:p>
            </p:txBody>
          </p:sp>
          <p:sp>
            <p:nvSpPr>
              <p:cNvPr id="179"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2040" rIns="29160" bIns="32040" numCol="1" spcCol="0" anchor="t">
                <a:noAutofit/>
              </a:bodyPr>
              <a:lstStyle/>
              <a:p>
                <a:endParaRPr lang="da-DK" sz="1800" b="0" u="none" strike="noStrike">
                  <a:solidFill>
                    <a:schemeClr val="dk1"/>
                  </a:solidFill>
                  <a:effectLst/>
                  <a:uFillTx/>
                  <a:latin typeface="Consolas"/>
                </a:endParaRPr>
              </a:p>
            </p:txBody>
          </p:sp>
          <p:sp>
            <p:nvSpPr>
              <p:cNvPr id="180"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181"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182"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183"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184"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185"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4200" tIns="30600" rIns="34200" bIns="30600" numCol="1" spcCol="0" anchor="t">
                <a:noAutofit/>
              </a:bodyPr>
              <a:lstStyle/>
              <a:p>
                <a:endParaRPr lang="da-DK" sz="1800" b="0" u="none" strike="noStrike">
                  <a:solidFill>
                    <a:schemeClr val="dk1"/>
                  </a:solidFill>
                  <a:effectLst/>
                  <a:uFillTx/>
                  <a:latin typeface="Consolas"/>
                </a:endParaRPr>
              </a:p>
            </p:txBody>
          </p:sp>
          <p:sp>
            <p:nvSpPr>
              <p:cNvPr id="186"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187"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0600" rIns="29160" bIns="30600" numCol="1" spcCol="0" anchor="t">
                <a:noAutofit/>
              </a:bodyPr>
              <a:lstStyle/>
              <a:p>
                <a:endParaRPr lang="da-DK" sz="1800" b="0" u="none" strike="noStrike">
                  <a:solidFill>
                    <a:schemeClr val="dk1"/>
                  </a:solidFill>
                  <a:effectLst/>
                  <a:uFillTx/>
                  <a:latin typeface="Consolas"/>
                </a:endParaRPr>
              </a:p>
            </p:txBody>
          </p:sp>
          <p:sp>
            <p:nvSpPr>
              <p:cNvPr id="188"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189"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190"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191"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192"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grpSp>
        <p:grpSp>
          <p:nvGrpSpPr>
            <p:cNvPr id="193" name="Gruppe 56"/>
            <p:cNvGrpSpPr/>
            <p:nvPr/>
          </p:nvGrpSpPr>
          <p:grpSpPr>
            <a:xfrm>
              <a:off x="5864400" y="6027120"/>
              <a:ext cx="413640" cy="439920"/>
              <a:chOff x="5864400" y="6027120"/>
              <a:chExt cx="413640" cy="439920"/>
            </a:xfrm>
          </p:grpSpPr>
          <p:sp>
            <p:nvSpPr>
              <p:cNvPr id="194"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95"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196"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grpSp>
      </p:grpSp>
      <p:grpSp>
        <p:nvGrpSpPr>
          <p:cNvPr id="197" name="Gruppe 80" hidden="1"/>
          <p:cNvGrpSpPr/>
          <p:nvPr/>
        </p:nvGrpSpPr>
        <p:grpSpPr>
          <a:xfrm>
            <a:off x="-3600" y="657360"/>
            <a:ext cx="405000" cy="1182240"/>
            <a:chOff x="-3600" y="657360"/>
            <a:chExt cx="405000" cy="1182240"/>
          </a:xfrm>
        </p:grpSpPr>
        <p:sp>
          <p:nvSpPr>
            <p:cNvPr id="198" name="Freeform 53"/>
            <p:cNvSpPr/>
            <p:nvPr/>
          </p:nvSpPr>
          <p:spPr>
            <a:xfrm>
              <a:off x="3283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199" name="Freeform 54"/>
            <p:cNvSpPr/>
            <p:nvPr/>
          </p:nvSpPr>
          <p:spPr>
            <a:xfrm>
              <a:off x="2365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rIns="71280" numCol="1" spcCol="0" anchor="t">
              <a:noAutofit/>
            </a:bodyPr>
            <a:lstStyle/>
            <a:p>
              <a:endParaRPr lang="da-DK" sz="1800" b="0" u="none" strike="noStrike">
                <a:solidFill>
                  <a:schemeClr val="dk1"/>
                </a:solidFill>
                <a:effectLst/>
                <a:uFillTx/>
                <a:latin typeface="Consolas"/>
              </a:endParaRPr>
            </a:p>
          </p:txBody>
        </p:sp>
        <p:sp>
          <p:nvSpPr>
            <p:cNvPr id="200" name="Freeform 55"/>
            <p:cNvSpPr/>
            <p:nvPr/>
          </p:nvSpPr>
          <p:spPr>
            <a:xfrm>
              <a:off x="12492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01" name="Freeform 56"/>
            <p:cNvSpPr/>
            <p:nvPr/>
          </p:nvSpPr>
          <p:spPr>
            <a:xfrm>
              <a:off x="-360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02" name="Freeform 57"/>
            <p:cNvSpPr/>
            <p:nvPr/>
          </p:nvSpPr>
          <p:spPr>
            <a:xfrm>
              <a:off x="-360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03" name="Freeform 58"/>
            <p:cNvSpPr/>
            <p:nvPr/>
          </p:nvSpPr>
          <p:spPr>
            <a:xfrm>
              <a:off x="-360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04" name="Freeform 59"/>
            <p:cNvSpPr/>
            <p:nvPr/>
          </p:nvSpPr>
          <p:spPr>
            <a:xfrm>
              <a:off x="-360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05" name="Freeform 60"/>
            <p:cNvSpPr/>
            <p:nvPr/>
          </p:nvSpPr>
          <p:spPr>
            <a:xfrm>
              <a:off x="-360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06" name="Freeform 61"/>
            <p:cNvSpPr/>
            <p:nvPr/>
          </p:nvSpPr>
          <p:spPr>
            <a:xfrm>
              <a:off x="-360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07" name="Freeform 62"/>
            <p:cNvSpPr/>
            <p:nvPr/>
          </p:nvSpPr>
          <p:spPr>
            <a:xfrm>
              <a:off x="-360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08" name="Freeform 63"/>
            <p:cNvSpPr/>
            <p:nvPr/>
          </p:nvSpPr>
          <p:spPr>
            <a:xfrm>
              <a:off x="-360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09" name="Freeform 64"/>
            <p:cNvSpPr/>
            <p:nvPr/>
          </p:nvSpPr>
          <p:spPr>
            <a:xfrm>
              <a:off x="-360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10" name="Freeform 65"/>
            <p:cNvSpPr/>
            <p:nvPr/>
          </p:nvSpPr>
          <p:spPr>
            <a:xfrm>
              <a:off x="-360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11" name="Freeform 66"/>
            <p:cNvSpPr/>
            <p:nvPr/>
          </p:nvSpPr>
          <p:spPr>
            <a:xfrm>
              <a:off x="-360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12" name="Freeform 67"/>
            <p:cNvSpPr/>
            <p:nvPr/>
          </p:nvSpPr>
          <p:spPr>
            <a:xfrm>
              <a:off x="-360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13" name="Freeform 68"/>
            <p:cNvSpPr/>
            <p:nvPr/>
          </p:nvSpPr>
          <p:spPr>
            <a:xfrm>
              <a:off x="-360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14" name="Freeform 69"/>
            <p:cNvSpPr/>
            <p:nvPr/>
          </p:nvSpPr>
          <p:spPr>
            <a:xfrm>
              <a:off x="-360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15" name="Freeform 70"/>
            <p:cNvSpPr/>
            <p:nvPr/>
          </p:nvSpPr>
          <p:spPr>
            <a:xfrm>
              <a:off x="-360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16" name="Freeform 71"/>
            <p:cNvSpPr/>
            <p:nvPr/>
          </p:nvSpPr>
          <p:spPr>
            <a:xfrm>
              <a:off x="-360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tIns="32040" bIns="32040" numCol="1" spcCol="0" anchor="t">
              <a:noAutofit/>
            </a:bodyPr>
            <a:lstStyle/>
            <a:p>
              <a:endParaRPr lang="da-DK" sz="1800" b="0" u="none" strike="noStrike">
                <a:solidFill>
                  <a:schemeClr val="dk1"/>
                </a:solidFill>
                <a:effectLst/>
                <a:uFillTx/>
                <a:latin typeface="Consolas"/>
              </a:endParaRPr>
            </a:p>
          </p:txBody>
        </p:sp>
      </p:grpSp>
      <p:sp>
        <p:nvSpPr>
          <p:cNvPr id="217" name="Rectangle 6"/>
          <p:cNvSpPr/>
          <p:nvPr/>
        </p:nvSpPr>
        <p:spPr>
          <a:xfrm>
            <a:off x="7427880" y="0"/>
            <a:ext cx="476388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horzOverflow="overflow" numCol="1" spcCol="0" anchor="ctr">
            <a:noAutofit/>
          </a:bodyPr>
          <a:lstStyle/>
          <a:p>
            <a:endParaRPr lang="en-US" sz="1800" b="0" u="none" strike="noStrike">
              <a:solidFill>
                <a:schemeClr val="lt1"/>
              </a:solidFill>
              <a:effectLst/>
              <a:uFillTx/>
              <a:latin typeface="Consolas"/>
            </a:endParaRPr>
          </a:p>
        </p:txBody>
      </p:sp>
      <p:sp>
        <p:nvSpPr>
          <p:cNvPr id="218" name="PlaceHolder 1"/>
          <p:cNvSpPr>
            <a:spLocks noGrp="1"/>
          </p:cNvSpPr>
          <p:nvPr>
            <p:ph type="body" hasCustomPrompt="1"/>
          </p:nvPr>
        </p:nvSpPr>
        <p:spPr>
          <a:xfrm>
            <a:off x="8027640" y="2927520"/>
            <a:ext cx="3673080" cy="3222360"/>
          </a:xfrm>
          <a:prstGeom prst="rect">
            <a:avLst/>
          </a:prstGeom>
          <a:noFill/>
          <a:ln w="0">
            <a:noFill/>
          </a:ln>
        </p:spPr>
        <p:txBody>
          <a:bodyPr lIns="0" tIns="45720" rIns="0" bIns="45720" anchor="t">
            <a:noAutofit/>
          </a:bodyPr>
          <a:lstStyle>
            <a:lvl1pPr algn="l" defTabSz="914400">
              <a:lnSpc>
                <a:spcPct val="120000"/>
              </a:lnSpc>
              <a:spcBef>
                <a:spcPts val="1001"/>
              </a:spcBef>
              <a:buSzPct val="100051"/>
              <a:buBlip>
                <a:blip r:embed="rId2"/>
              </a:buBlip>
              <a:defRPr lang="da-DK" sz="1600" b="0" u="none" strike="noStrike">
                <a:solidFill>
                  <a:schemeClr val="lt1"/>
                </a:solidFill>
                <a:effectLst/>
                <a:uFillTx/>
                <a:latin typeface="Consolas"/>
              </a:defRPr>
            </a:lvl1pPr>
          </a:lstStyle>
          <a:p>
            <a:pPr marL="285840" indent="-285840" algn="l" defTabSz="914400">
              <a:lnSpc>
                <a:spcPct val="120000"/>
              </a:lnSpc>
              <a:spcBef>
                <a:spcPts val="1001"/>
              </a:spcBef>
              <a:buSzPct val="100051"/>
              <a:buBlip>
                <a:blip r:embed="rId2"/>
              </a:buBlip>
            </a:pPr>
            <a:r>
              <a:rPr lang="da-DK" sz="1600" b="0" u="none" strike="noStrike">
                <a:solidFill>
                  <a:schemeClr val="lt1"/>
                </a:solidFill>
                <a:effectLst/>
                <a:uFillTx/>
                <a:latin typeface="Consolas"/>
              </a:rPr>
              <a:t>Insert text here</a:t>
            </a:r>
            <a:endParaRPr lang="en-US" sz="1600" b="0" u="none" strike="noStrike">
              <a:solidFill>
                <a:schemeClr val="lt1"/>
              </a:solidFill>
              <a:effectLst/>
              <a:uFillTx/>
              <a:latin typeface="Consolas"/>
            </a:endParaRPr>
          </a:p>
        </p:txBody>
      </p:sp>
      <p:sp>
        <p:nvSpPr>
          <p:cNvPr id="219" name="PlaceHolder 2"/>
          <p:cNvSpPr>
            <a:spLocks noGrp="1"/>
          </p:cNvSpPr>
          <p:nvPr>
            <p:ph type="sldNum" idx="3"/>
          </p:nvPr>
        </p:nvSpPr>
        <p:spPr>
          <a:xfrm>
            <a:off x="11340000" y="593280"/>
            <a:ext cx="570960" cy="226800"/>
          </a:xfrm>
          <a:prstGeom prst="rect">
            <a:avLst/>
          </a:prstGeom>
          <a:noFill/>
          <a:ln w="0">
            <a:noFill/>
          </a:ln>
        </p:spPr>
        <p:txBody>
          <a:bodyPr lIns="0" tIns="0" rIns="0" bIns="0" anchor="ctr">
            <a:noAutofit/>
          </a:bodyPr>
          <a:lstStyle>
            <a:lvl1pPr indent="0" algn="r" defTabSz="914400">
              <a:lnSpc>
                <a:spcPct val="100000"/>
              </a:lnSpc>
              <a:buNone/>
              <a:defRPr lang="en-US" sz="1000" b="1" u="none" strike="noStrike">
                <a:solidFill>
                  <a:schemeClr val="lt1">
                    <a:alpha val="70000"/>
                  </a:schemeClr>
                </a:solidFill>
                <a:effectLst/>
                <a:uFillTx/>
                <a:latin typeface="Consolas"/>
                <a:ea typeface="Montserrat Medium"/>
              </a:defRPr>
            </a:lvl1pPr>
          </a:lstStyle>
          <a:p>
            <a:pPr indent="0" algn="r" defTabSz="914400">
              <a:lnSpc>
                <a:spcPct val="100000"/>
              </a:lnSpc>
              <a:buNone/>
            </a:pPr>
            <a:fld id="{FD6131E9-F0B5-4E24-BC54-5C02374CDFD7}" type="slidenum">
              <a:rPr lang="en-US" sz="1000" b="1" u="none" strike="noStrike">
                <a:solidFill>
                  <a:schemeClr val="lt1">
                    <a:alpha val="70000"/>
                  </a:schemeClr>
                </a:solidFill>
                <a:effectLst/>
                <a:uFillTx/>
                <a:latin typeface="Consolas"/>
                <a:ea typeface="Montserrat Medium"/>
              </a:rPr>
              <a:t>‹#›</a:t>
            </a:fld>
            <a:endParaRPr lang="en-US" sz="1000" b="0" u="none" strike="noStrike">
              <a:solidFill>
                <a:srgbClr val="000000"/>
              </a:solidFill>
              <a:effectLst/>
              <a:uFillTx/>
              <a:latin typeface="Times New Roman"/>
            </a:endParaRPr>
          </a:p>
        </p:txBody>
      </p:sp>
      <p:grpSp>
        <p:nvGrpSpPr>
          <p:cNvPr id="220" name="Gruppe 4"/>
          <p:cNvGrpSpPr/>
          <p:nvPr/>
        </p:nvGrpSpPr>
        <p:grpSpPr>
          <a:xfrm>
            <a:off x="7427880" y="1288440"/>
            <a:ext cx="405000" cy="1182600"/>
            <a:chOff x="7427880" y="1288440"/>
            <a:chExt cx="405000" cy="1182600"/>
          </a:xfrm>
        </p:grpSpPr>
        <p:sp>
          <p:nvSpPr>
            <p:cNvPr id="221" name="Freeform 53"/>
            <p:cNvSpPr/>
            <p:nvPr/>
          </p:nvSpPr>
          <p:spPr>
            <a:xfrm>
              <a:off x="7759800" y="239976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222" name="Freeform 54"/>
            <p:cNvSpPr/>
            <p:nvPr/>
          </p:nvSpPr>
          <p:spPr>
            <a:xfrm>
              <a:off x="7668000" y="231696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71280" rIns="71280" numCol="1" spcCol="0" anchor="t">
              <a:noAutofit/>
            </a:bodyPr>
            <a:lstStyle/>
            <a:p>
              <a:endParaRPr lang="da-DK" sz="1800" b="0" u="none" strike="noStrike">
                <a:solidFill>
                  <a:schemeClr val="dk1"/>
                </a:solidFill>
                <a:effectLst/>
                <a:uFillTx/>
                <a:latin typeface="Consolas"/>
              </a:endParaRPr>
            </a:p>
          </p:txBody>
        </p:sp>
        <p:sp>
          <p:nvSpPr>
            <p:cNvPr id="223" name="Freeform 55"/>
            <p:cNvSpPr/>
            <p:nvPr/>
          </p:nvSpPr>
          <p:spPr>
            <a:xfrm>
              <a:off x="7556400" y="223632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24" name="Freeform 56"/>
            <p:cNvSpPr/>
            <p:nvPr/>
          </p:nvSpPr>
          <p:spPr>
            <a:xfrm>
              <a:off x="7427880" y="215748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25" name="Freeform 57"/>
            <p:cNvSpPr/>
            <p:nvPr/>
          </p:nvSpPr>
          <p:spPr>
            <a:xfrm>
              <a:off x="7427880" y="208620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26" name="Freeform 58"/>
            <p:cNvSpPr/>
            <p:nvPr/>
          </p:nvSpPr>
          <p:spPr>
            <a:xfrm>
              <a:off x="7427880" y="201096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27" name="Freeform 59"/>
            <p:cNvSpPr/>
            <p:nvPr/>
          </p:nvSpPr>
          <p:spPr>
            <a:xfrm>
              <a:off x="7427880" y="194292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28" name="Freeform 60"/>
            <p:cNvSpPr/>
            <p:nvPr/>
          </p:nvSpPr>
          <p:spPr>
            <a:xfrm>
              <a:off x="7427880" y="187524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29" name="Freeform 61"/>
            <p:cNvSpPr/>
            <p:nvPr/>
          </p:nvSpPr>
          <p:spPr>
            <a:xfrm>
              <a:off x="7427880" y="180576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30" name="Freeform 62"/>
            <p:cNvSpPr/>
            <p:nvPr/>
          </p:nvSpPr>
          <p:spPr>
            <a:xfrm>
              <a:off x="7427880" y="174132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31" name="Freeform 63"/>
            <p:cNvSpPr/>
            <p:nvPr/>
          </p:nvSpPr>
          <p:spPr>
            <a:xfrm>
              <a:off x="7427880" y="168084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32" name="Freeform 64"/>
            <p:cNvSpPr/>
            <p:nvPr/>
          </p:nvSpPr>
          <p:spPr>
            <a:xfrm>
              <a:off x="7427880" y="162036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33" name="Freeform 65"/>
            <p:cNvSpPr/>
            <p:nvPr/>
          </p:nvSpPr>
          <p:spPr>
            <a:xfrm>
              <a:off x="7427880" y="156528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34" name="Freeform 66"/>
            <p:cNvSpPr/>
            <p:nvPr/>
          </p:nvSpPr>
          <p:spPr>
            <a:xfrm>
              <a:off x="7427880" y="150480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35" name="Freeform 67"/>
            <p:cNvSpPr/>
            <p:nvPr/>
          </p:nvSpPr>
          <p:spPr>
            <a:xfrm>
              <a:off x="7427880" y="145188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36" name="Freeform 68"/>
            <p:cNvSpPr/>
            <p:nvPr/>
          </p:nvSpPr>
          <p:spPr>
            <a:xfrm>
              <a:off x="7427880" y="139860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37" name="Freeform 69"/>
            <p:cNvSpPr/>
            <p:nvPr/>
          </p:nvSpPr>
          <p:spPr>
            <a:xfrm>
              <a:off x="7427880" y="134532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38" name="Freeform 70"/>
            <p:cNvSpPr/>
            <p:nvPr/>
          </p:nvSpPr>
          <p:spPr>
            <a:xfrm>
              <a:off x="7427880" y="129240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39" name="Freeform 71"/>
            <p:cNvSpPr/>
            <p:nvPr/>
          </p:nvSpPr>
          <p:spPr>
            <a:xfrm>
              <a:off x="7427880" y="128844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tIns="32040" bIns="32040" numCol="1" spcCol="0" anchor="t">
              <a:noAutofit/>
            </a:bodyPr>
            <a:lstStyle/>
            <a:p>
              <a:endParaRPr lang="da-DK" sz="1800" b="0" u="none" strike="noStrike">
                <a:solidFill>
                  <a:schemeClr val="dk1"/>
                </a:solidFill>
                <a:effectLst/>
                <a:uFillTx/>
                <a:latin typeface="Consolas"/>
              </a:endParaRPr>
            </a:p>
          </p:txBody>
        </p:sp>
      </p:grpSp>
      <p:grpSp>
        <p:nvGrpSpPr>
          <p:cNvPr id="240" name="Gruppe 28"/>
          <p:cNvGrpSpPr/>
          <p:nvPr/>
        </p:nvGrpSpPr>
        <p:grpSpPr>
          <a:xfrm>
            <a:off x="5466600" y="6027120"/>
            <a:ext cx="1272240" cy="668520"/>
            <a:chOff x="5466600" y="6027120"/>
            <a:chExt cx="1272240" cy="668520"/>
          </a:xfrm>
        </p:grpSpPr>
        <p:grpSp>
          <p:nvGrpSpPr>
            <p:cNvPr id="241" name="Gruppe 29"/>
            <p:cNvGrpSpPr/>
            <p:nvPr/>
          </p:nvGrpSpPr>
          <p:grpSpPr>
            <a:xfrm>
              <a:off x="5466600" y="6631920"/>
              <a:ext cx="1272240" cy="63720"/>
              <a:chOff x="5466600" y="6631920"/>
              <a:chExt cx="1272240" cy="63720"/>
            </a:xfrm>
          </p:grpSpPr>
          <p:sp>
            <p:nvSpPr>
              <p:cNvPr id="242"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5640" tIns="30600" rIns="35640" bIns="30600" numCol="1" spcCol="0" anchor="t">
                <a:noAutofit/>
              </a:bodyPr>
              <a:lstStyle/>
              <a:p>
                <a:endParaRPr lang="da-DK" sz="1800" b="0" u="none" strike="noStrike">
                  <a:solidFill>
                    <a:schemeClr val="dk1"/>
                  </a:solidFill>
                  <a:effectLst/>
                  <a:uFillTx/>
                  <a:latin typeface="Consolas"/>
                </a:endParaRPr>
              </a:p>
            </p:txBody>
          </p:sp>
          <p:sp>
            <p:nvSpPr>
              <p:cNvPr id="243"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6360" tIns="30600" rIns="36360" bIns="30600" numCol="1" spcCol="0" anchor="t">
                <a:noAutofit/>
              </a:bodyPr>
              <a:lstStyle/>
              <a:p>
                <a:endParaRPr lang="da-DK" sz="1800" b="0" u="none" strike="noStrike">
                  <a:solidFill>
                    <a:schemeClr val="dk1"/>
                  </a:solidFill>
                  <a:effectLst/>
                  <a:uFillTx/>
                  <a:latin typeface="Consolas"/>
                </a:endParaRPr>
              </a:p>
            </p:txBody>
          </p:sp>
          <p:sp>
            <p:nvSpPr>
              <p:cNvPr id="244"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245"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720" tIns="30600" rIns="27720" bIns="30600" numCol="1" spcCol="0" anchor="t">
                <a:noAutofit/>
              </a:bodyPr>
              <a:lstStyle/>
              <a:p>
                <a:endParaRPr lang="da-DK" sz="1800" b="0" u="none" strike="noStrike">
                  <a:solidFill>
                    <a:schemeClr val="dk1"/>
                  </a:solidFill>
                  <a:effectLst/>
                  <a:uFillTx/>
                  <a:latin typeface="Consolas"/>
                </a:endParaRPr>
              </a:p>
            </p:txBody>
          </p:sp>
          <p:sp>
            <p:nvSpPr>
              <p:cNvPr id="246"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2040" rIns="29160" bIns="32040" numCol="1" spcCol="0" anchor="t">
                <a:noAutofit/>
              </a:bodyPr>
              <a:lstStyle/>
              <a:p>
                <a:endParaRPr lang="da-DK" sz="1800" b="0" u="none" strike="noStrike">
                  <a:solidFill>
                    <a:schemeClr val="dk1"/>
                  </a:solidFill>
                  <a:effectLst/>
                  <a:uFillTx/>
                  <a:latin typeface="Consolas"/>
                </a:endParaRPr>
              </a:p>
            </p:txBody>
          </p:sp>
          <p:sp>
            <p:nvSpPr>
              <p:cNvPr id="247"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248"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249"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250"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251"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252"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4200" tIns="30600" rIns="34200" bIns="30600" numCol="1" spcCol="0" anchor="t">
                <a:noAutofit/>
              </a:bodyPr>
              <a:lstStyle/>
              <a:p>
                <a:endParaRPr lang="da-DK" sz="1800" b="0" u="none" strike="noStrike">
                  <a:solidFill>
                    <a:schemeClr val="dk1"/>
                  </a:solidFill>
                  <a:effectLst/>
                  <a:uFillTx/>
                  <a:latin typeface="Consolas"/>
                </a:endParaRPr>
              </a:p>
            </p:txBody>
          </p:sp>
          <p:sp>
            <p:nvSpPr>
              <p:cNvPr id="253"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254"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0600" rIns="29160" bIns="30600" numCol="1" spcCol="0" anchor="t">
                <a:noAutofit/>
              </a:bodyPr>
              <a:lstStyle/>
              <a:p>
                <a:endParaRPr lang="da-DK" sz="1800" b="0" u="none" strike="noStrike">
                  <a:solidFill>
                    <a:schemeClr val="dk1"/>
                  </a:solidFill>
                  <a:effectLst/>
                  <a:uFillTx/>
                  <a:latin typeface="Consolas"/>
                </a:endParaRPr>
              </a:p>
            </p:txBody>
          </p:sp>
          <p:sp>
            <p:nvSpPr>
              <p:cNvPr id="255"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256"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257"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258"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259"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grpSp>
        <p:grpSp>
          <p:nvGrpSpPr>
            <p:cNvPr id="260" name="Gruppe 30"/>
            <p:cNvGrpSpPr/>
            <p:nvPr/>
          </p:nvGrpSpPr>
          <p:grpSpPr>
            <a:xfrm>
              <a:off x="5864400" y="6027120"/>
              <a:ext cx="413640" cy="439920"/>
              <a:chOff x="5864400" y="6027120"/>
              <a:chExt cx="413640" cy="439920"/>
            </a:xfrm>
          </p:grpSpPr>
          <p:sp>
            <p:nvSpPr>
              <p:cNvPr id="261"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62"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63"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grpSp>
      </p:grpSp>
      <p:sp>
        <p:nvSpPr>
          <p:cNvPr id="264" name="PlaceHolder 3"/>
          <p:cNvSpPr>
            <a:spLocks noGrp="1"/>
          </p:cNvSpPr>
          <p:nvPr>
            <p:ph type="title" hasCustomPrompt="1"/>
          </p:nvPr>
        </p:nvSpPr>
        <p:spPr>
          <a:xfrm>
            <a:off x="8027640" y="943560"/>
            <a:ext cx="3673080" cy="1860480"/>
          </a:xfrm>
          <a:prstGeom prst="rect">
            <a:avLst/>
          </a:prstGeom>
          <a:noFill/>
          <a:ln w="0">
            <a:noFill/>
          </a:ln>
        </p:spPr>
        <p:txBody>
          <a:bodyPr lIns="0" tIns="191880" rIns="0" bIns="0" anchor="t">
            <a:noAutofit/>
          </a:bodyPr>
          <a:lstStyle>
            <a:lvl1pPr indent="0" algn="l" defTabSz="914400">
              <a:lnSpc>
                <a:spcPct val="100000"/>
              </a:lnSpc>
              <a:buNone/>
              <a:defRPr lang="en-US" sz="3600" b="1" u="none" strike="noStrike" spc="300">
                <a:solidFill>
                  <a:schemeClr val="lt1"/>
                </a:solidFill>
                <a:effectLst/>
                <a:uFillTx/>
                <a:latin typeface="Consolas"/>
              </a:defRPr>
            </a:lvl1pPr>
          </a:lstStyle>
          <a:p>
            <a:pPr indent="0" algn="l" defTabSz="914400">
              <a:lnSpc>
                <a:spcPct val="100000"/>
              </a:lnSpc>
              <a:buNone/>
            </a:pPr>
            <a:r>
              <a:rPr lang="en-US" sz="3600" b="1" u="none" strike="noStrike" spc="300">
                <a:solidFill>
                  <a:schemeClr val="lt1"/>
                </a:solidFill>
                <a:effectLst/>
                <a:uFillTx/>
                <a:latin typeface="Consolas"/>
              </a:rPr>
              <a:t>KLIK HER FOR AT ÆNDRE TITEL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1 x billede venstre">
    <p:bg>
      <p:bgPr>
        <a:solidFill>
          <a:srgbClr val="FFFFFF"/>
        </a:solidFill>
        <a:effectLst/>
      </p:bgPr>
    </p:bg>
    <p:spTree>
      <p:nvGrpSpPr>
        <p:cNvPr id="1" name=""/>
        <p:cNvGrpSpPr/>
        <p:nvPr/>
      </p:nvGrpSpPr>
      <p:grpSpPr>
        <a:xfrm>
          <a:off x="0" y="0"/>
          <a:ext cx="0" cy="0"/>
          <a:chOff x="0" y="0"/>
          <a:chExt cx="0" cy="0"/>
        </a:xfrm>
      </p:grpSpPr>
      <p:grpSp>
        <p:nvGrpSpPr>
          <p:cNvPr id="265" name="Gruppe 57" hidden="1"/>
          <p:cNvGrpSpPr/>
          <p:nvPr/>
        </p:nvGrpSpPr>
        <p:grpSpPr>
          <a:xfrm>
            <a:off x="5466600" y="6027120"/>
            <a:ext cx="1272240" cy="668520"/>
            <a:chOff x="5466600" y="6027120"/>
            <a:chExt cx="1272240" cy="668520"/>
          </a:xfrm>
        </p:grpSpPr>
        <p:grpSp>
          <p:nvGrpSpPr>
            <p:cNvPr id="266" name="Gruppe 55"/>
            <p:cNvGrpSpPr/>
            <p:nvPr/>
          </p:nvGrpSpPr>
          <p:grpSpPr>
            <a:xfrm>
              <a:off x="5466600" y="6631920"/>
              <a:ext cx="1272240" cy="63720"/>
              <a:chOff x="5466600" y="6631920"/>
              <a:chExt cx="1272240" cy="63720"/>
            </a:xfrm>
          </p:grpSpPr>
          <p:sp>
            <p:nvSpPr>
              <p:cNvPr id="267"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5640" tIns="30600" rIns="35640" bIns="30600" numCol="1" spcCol="0" anchor="t">
                <a:noAutofit/>
              </a:bodyPr>
              <a:lstStyle/>
              <a:p>
                <a:endParaRPr lang="da-DK" sz="1800" b="0" u="none" strike="noStrike">
                  <a:solidFill>
                    <a:schemeClr val="dk1"/>
                  </a:solidFill>
                  <a:effectLst/>
                  <a:uFillTx/>
                  <a:latin typeface="Consolas"/>
                </a:endParaRPr>
              </a:p>
            </p:txBody>
          </p:sp>
          <p:sp>
            <p:nvSpPr>
              <p:cNvPr id="268"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6360" tIns="30600" rIns="36360" bIns="30600" numCol="1" spcCol="0" anchor="t">
                <a:noAutofit/>
              </a:bodyPr>
              <a:lstStyle/>
              <a:p>
                <a:endParaRPr lang="da-DK" sz="1800" b="0" u="none" strike="noStrike">
                  <a:solidFill>
                    <a:schemeClr val="dk1"/>
                  </a:solidFill>
                  <a:effectLst/>
                  <a:uFillTx/>
                  <a:latin typeface="Consolas"/>
                </a:endParaRPr>
              </a:p>
            </p:txBody>
          </p:sp>
          <p:sp>
            <p:nvSpPr>
              <p:cNvPr id="269"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270"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720" tIns="30600" rIns="27720" bIns="30600" numCol="1" spcCol="0" anchor="t">
                <a:noAutofit/>
              </a:bodyPr>
              <a:lstStyle/>
              <a:p>
                <a:endParaRPr lang="da-DK" sz="1800" b="0" u="none" strike="noStrike">
                  <a:solidFill>
                    <a:schemeClr val="dk1"/>
                  </a:solidFill>
                  <a:effectLst/>
                  <a:uFillTx/>
                  <a:latin typeface="Consolas"/>
                </a:endParaRPr>
              </a:p>
            </p:txBody>
          </p:sp>
          <p:sp>
            <p:nvSpPr>
              <p:cNvPr id="271"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2040" rIns="29160" bIns="32040" numCol="1" spcCol="0" anchor="t">
                <a:noAutofit/>
              </a:bodyPr>
              <a:lstStyle/>
              <a:p>
                <a:endParaRPr lang="da-DK" sz="1800" b="0" u="none" strike="noStrike">
                  <a:solidFill>
                    <a:schemeClr val="dk1"/>
                  </a:solidFill>
                  <a:effectLst/>
                  <a:uFillTx/>
                  <a:latin typeface="Consolas"/>
                </a:endParaRPr>
              </a:p>
            </p:txBody>
          </p:sp>
          <p:sp>
            <p:nvSpPr>
              <p:cNvPr id="272"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273"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274"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275"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276"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277"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4200" tIns="30600" rIns="34200" bIns="30600" numCol="1" spcCol="0" anchor="t">
                <a:noAutofit/>
              </a:bodyPr>
              <a:lstStyle/>
              <a:p>
                <a:endParaRPr lang="da-DK" sz="1800" b="0" u="none" strike="noStrike">
                  <a:solidFill>
                    <a:schemeClr val="dk1"/>
                  </a:solidFill>
                  <a:effectLst/>
                  <a:uFillTx/>
                  <a:latin typeface="Consolas"/>
                </a:endParaRPr>
              </a:p>
            </p:txBody>
          </p:sp>
          <p:sp>
            <p:nvSpPr>
              <p:cNvPr id="278"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279"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0600" rIns="29160" bIns="30600" numCol="1" spcCol="0" anchor="t">
                <a:noAutofit/>
              </a:bodyPr>
              <a:lstStyle/>
              <a:p>
                <a:endParaRPr lang="da-DK" sz="1800" b="0" u="none" strike="noStrike">
                  <a:solidFill>
                    <a:schemeClr val="dk1"/>
                  </a:solidFill>
                  <a:effectLst/>
                  <a:uFillTx/>
                  <a:latin typeface="Consolas"/>
                </a:endParaRPr>
              </a:p>
            </p:txBody>
          </p:sp>
          <p:sp>
            <p:nvSpPr>
              <p:cNvPr id="280"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281"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282"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283"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284"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grpSp>
        <p:grpSp>
          <p:nvGrpSpPr>
            <p:cNvPr id="285" name="Gruppe 56"/>
            <p:cNvGrpSpPr/>
            <p:nvPr/>
          </p:nvGrpSpPr>
          <p:grpSpPr>
            <a:xfrm>
              <a:off x="5864400" y="6027120"/>
              <a:ext cx="413640" cy="439920"/>
              <a:chOff x="5864400" y="6027120"/>
              <a:chExt cx="413640" cy="439920"/>
            </a:xfrm>
          </p:grpSpPr>
          <p:sp>
            <p:nvSpPr>
              <p:cNvPr id="286"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87"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88"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grpSp>
      </p:grpSp>
      <p:grpSp>
        <p:nvGrpSpPr>
          <p:cNvPr id="289" name="Gruppe 80" hidden="1"/>
          <p:cNvGrpSpPr/>
          <p:nvPr/>
        </p:nvGrpSpPr>
        <p:grpSpPr>
          <a:xfrm>
            <a:off x="-3600" y="657360"/>
            <a:ext cx="405000" cy="1182240"/>
            <a:chOff x="-3600" y="657360"/>
            <a:chExt cx="405000" cy="1182240"/>
          </a:xfrm>
        </p:grpSpPr>
        <p:sp>
          <p:nvSpPr>
            <p:cNvPr id="290" name="Freeform 53"/>
            <p:cNvSpPr/>
            <p:nvPr/>
          </p:nvSpPr>
          <p:spPr>
            <a:xfrm>
              <a:off x="3283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291" name="Freeform 54"/>
            <p:cNvSpPr/>
            <p:nvPr/>
          </p:nvSpPr>
          <p:spPr>
            <a:xfrm>
              <a:off x="2365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rIns="71280" numCol="1" spcCol="0" anchor="t">
              <a:noAutofit/>
            </a:bodyPr>
            <a:lstStyle/>
            <a:p>
              <a:endParaRPr lang="da-DK" sz="1800" b="0" u="none" strike="noStrike">
                <a:solidFill>
                  <a:schemeClr val="dk1"/>
                </a:solidFill>
                <a:effectLst/>
                <a:uFillTx/>
                <a:latin typeface="Consolas"/>
              </a:endParaRPr>
            </a:p>
          </p:txBody>
        </p:sp>
        <p:sp>
          <p:nvSpPr>
            <p:cNvPr id="292" name="Freeform 55"/>
            <p:cNvSpPr/>
            <p:nvPr/>
          </p:nvSpPr>
          <p:spPr>
            <a:xfrm>
              <a:off x="12492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93" name="Freeform 56"/>
            <p:cNvSpPr/>
            <p:nvPr/>
          </p:nvSpPr>
          <p:spPr>
            <a:xfrm>
              <a:off x="-360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94" name="Freeform 57"/>
            <p:cNvSpPr/>
            <p:nvPr/>
          </p:nvSpPr>
          <p:spPr>
            <a:xfrm>
              <a:off x="-360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95" name="Freeform 58"/>
            <p:cNvSpPr/>
            <p:nvPr/>
          </p:nvSpPr>
          <p:spPr>
            <a:xfrm>
              <a:off x="-360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96" name="Freeform 59"/>
            <p:cNvSpPr/>
            <p:nvPr/>
          </p:nvSpPr>
          <p:spPr>
            <a:xfrm>
              <a:off x="-360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97" name="Freeform 60"/>
            <p:cNvSpPr/>
            <p:nvPr/>
          </p:nvSpPr>
          <p:spPr>
            <a:xfrm>
              <a:off x="-360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98" name="Freeform 61"/>
            <p:cNvSpPr/>
            <p:nvPr/>
          </p:nvSpPr>
          <p:spPr>
            <a:xfrm>
              <a:off x="-360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299" name="Freeform 62"/>
            <p:cNvSpPr/>
            <p:nvPr/>
          </p:nvSpPr>
          <p:spPr>
            <a:xfrm>
              <a:off x="-360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00" name="Freeform 63"/>
            <p:cNvSpPr/>
            <p:nvPr/>
          </p:nvSpPr>
          <p:spPr>
            <a:xfrm>
              <a:off x="-360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01" name="Freeform 64"/>
            <p:cNvSpPr/>
            <p:nvPr/>
          </p:nvSpPr>
          <p:spPr>
            <a:xfrm>
              <a:off x="-360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02" name="Freeform 65"/>
            <p:cNvSpPr/>
            <p:nvPr/>
          </p:nvSpPr>
          <p:spPr>
            <a:xfrm>
              <a:off x="-360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03" name="Freeform 66"/>
            <p:cNvSpPr/>
            <p:nvPr/>
          </p:nvSpPr>
          <p:spPr>
            <a:xfrm>
              <a:off x="-360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04" name="Freeform 67"/>
            <p:cNvSpPr/>
            <p:nvPr/>
          </p:nvSpPr>
          <p:spPr>
            <a:xfrm>
              <a:off x="-360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05" name="Freeform 68"/>
            <p:cNvSpPr/>
            <p:nvPr/>
          </p:nvSpPr>
          <p:spPr>
            <a:xfrm>
              <a:off x="-360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06" name="Freeform 69"/>
            <p:cNvSpPr/>
            <p:nvPr/>
          </p:nvSpPr>
          <p:spPr>
            <a:xfrm>
              <a:off x="-360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07" name="Freeform 70"/>
            <p:cNvSpPr/>
            <p:nvPr/>
          </p:nvSpPr>
          <p:spPr>
            <a:xfrm>
              <a:off x="-360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08" name="Freeform 71"/>
            <p:cNvSpPr/>
            <p:nvPr/>
          </p:nvSpPr>
          <p:spPr>
            <a:xfrm>
              <a:off x="-360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tIns="32040" bIns="32040" numCol="1" spcCol="0" anchor="t">
              <a:noAutofit/>
            </a:bodyPr>
            <a:lstStyle/>
            <a:p>
              <a:endParaRPr lang="da-DK" sz="1800" b="0" u="none" strike="noStrike">
                <a:solidFill>
                  <a:schemeClr val="dk1"/>
                </a:solidFill>
                <a:effectLst/>
                <a:uFillTx/>
                <a:latin typeface="Consolas"/>
              </a:endParaRPr>
            </a:p>
          </p:txBody>
        </p:sp>
      </p:grpSp>
      <p:sp>
        <p:nvSpPr>
          <p:cNvPr id="309" name="PlaceHolder 1"/>
          <p:cNvSpPr>
            <a:spLocks noGrp="1"/>
          </p:cNvSpPr>
          <p:nvPr>
            <p:ph type="sldNum" idx="4"/>
          </p:nvPr>
        </p:nvSpPr>
        <p:spPr>
          <a:xfrm>
            <a:off x="11340000" y="593280"/>
            <a:ext cx="570960" cy="226800"/>
          </a:xfrm>
          <a:prstGeom prst="rect">
            <a:avLst/>
          </a:prstGeom>
          <a:noFill/>
          <a:ln w="0">
            <a:noFill/>
          </a:ln>
        </p:spPr>
        <p:txBody>
          <a:bodyPr lIns="0" tIns="0" rIns="0" bIns="0" anchor="ctr">
            <a:noAutofit/>
          </a:bodyPr>
          <a:lstStyle>
            <a:lvl1pPr indent="0" algn="r" defTabSz="914400">
              <a:lnSpc>
                <a:spcPct val="100000"/>
              </a:lnSpc>
              <a:buNone/>
              <a:defRPr lang="en-US" sz="1000" b="1" u="none" strike="noStrike">
                <a:solidFill>
                  <a:schemeClr val="accent1">
                    <a:alpha val="70000"/>
                  </a:schemeClr>
                </a:solidFill>
                <a:effectLst/>
                <a:uFillTx/>
                <a:latin typeface="Consolas"/>
                <a:ea typeface="Montserrat Medium"/>
              </a:defRPr>
            </a:lvl1pPr>
          </a:lstStyle>
          <a:p>
            <a:pPr indent="0" algn="r" defTabSz="914400">
              <a:lnSpc>
                <a:spcPct val="100000"/>
              </a:lnSpc>
              <a:buNone/>
            </a:pPr>
            <a:fld id="{B3FDFEFA-05AF-4895-BB5A-D77D52E329D3}" type="slidenum">
              <a:rPr lang="en-US" sz="1000" b="1" u="none" strike="noStrike">
                <a:solidFill>
                  <a:schemeClr val="accent1">
                    <a:alpha val="70000"/>
                  </a:schemeClr>
                </a:solidFill>
                <a:effectLst/>
                <a:uFillTx/>
                <a:latin typeface="Consolas"/>
                <a:ea typeface="Montserrat Medium"/>
              </a:rPr>
              <a:t>‹#›</a:t>
            </a:fld>
            <a:endParaRPr lang="en-US" sz="1000" b="0" u="none" strike="noStrike">
              <a:solidFill>
                <a:srgbClr val="000000"/>
              </a:solidFill>
              <a:effectLst/>
              <a:uFillTx/>
              <a:latin typeface="Times New Roman"/>
            </a:endParaRPr>
          </a:p>
        </p:txBody>
      </p:sp>
      <p:grpSp>
        <p:nvGrpSpPr>
          <p:cNvPr id="310" name="Gruppe 28"/>
          <p:cNvGrpSpPr/>
          <p:nvPr/>
        </p:nvGrpSpPr>
        <p:grpSpPr>
          <a:xfrm>
            <a:off x="5466600" y="6027120"/>
            <a:ext cx="1272240" cy="668520"/>
            <a:chOff x="5466600" y="6027120"/>
            <a:chExt cx="1272240" cy="668520"/>
          </a:xfrm>
        </p:grpSpPr>
        <p:grpSp>
          <p:nvGrpSpPr>
            <p:cNvPr id="311" name="Gruppe 29"/>
            <p:cNvGrpSpPr/>
            <p:nvPr/>
          </p:nvGrpSpPr>
          <p:grpSpPr>
            <a:xfrm>
              <a:off x="5466600" y="6631920"/>
              <a:ext cx="1272240" cy="63720"/>
              <a:chOff x="5466600" y="6631920"/>
              <a:chExt cx="1272240" cy="63720"/>
            </a:xfrm>
          </p:grpSpPr>
          <p:sp>
            <p:nvSpPr>
              <p:cNvPr id="312"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5640" tIns="30600" rIns="35640" bIns="30600" numCol="1" spcCol="0" anchor="t">
                <a:noAutofit/>
              </a:bodyPr>
              <a:lstStyle/>
              <a:p>
                <a:endParaRPr lang="da-DK" sz="1800" b="0" u="none" strike="noStrike">
                  <a:solidFill>
                    <a:schemeClr val="dk1"/>
                  </a:solidFill>
                  <a:effectLst/>
                  <a:uFillTx/>
                  <a:latin typeface="Consolas"/>
                </a:endParaRPr>
              </a:p>
            </p:txBody>
          </p:sp>
          <p:sp>
            <p:nvSpPr>
              <p:cNvPr id="313"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6360" tIns="30600" rIns="36360" bIns="30600" numCol="1" spcCol="0" anchor="t">
                <a:noAutofit/>
              </a:bodyPr>
              <a:lstStyle/>
              <a:p>
                <a:endParaRPr lang="da-DK" sz="1800" b="0" u="none" strike="noStrike">
                  <a:solidFill>
                    <a:schemeClr val="dk1"/>
                  </a:solidFill>
                  <a:effectLst/>
                  <a:uFillTx/>
                  <a:latin typeface="Consolas"/>
                </a:endParaRPr>
              </a:p>
            </p:txBody>
          </p:sp>
          <p:sp>
            <p:nvSpPr>
              <p:cNvPr id="314"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315"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720" tIns="30600" rIns="27720" bIns="30600" numCol="1" spcCol="0" anchor="t">
                <a:noAutofit/>
              </a:bodyPr>
              <a:lstStyle/>
              <a:p>
                <a:endParaRPr lang="da-DK" sz="1800" b="0" u="none" strike="noStrike">
                  <a:solidFill>
                    <a:schemeClr val="dk1"/>
                  </a:solidFill>
                  <a:effectLst/>
                  <a:uFillTx/>
                  <a:latin typeface="Consolas"/>
                </a:endParaRPr>
              </a:p>
            </p:txBody>
          </p:sp>
          <p:sp>
            <p:nvSpPr>
              <p:cNvPr id="316"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2040" rIns="29160" bIns="32040" numCol="1" spcCol="0" anchor="t">
                <a:noAutofit/>
              </a:bodyPr>
              <a:lstStyle/>
              <a:p>
                <a:endParaRPr lang="da-DK" sz="1800" b="0" u="none" strike="noStrike">
                  <a:solidFill>
                    <a:schemeClr val="dk1"/>
                  </a:solidFill>
                  <a:effectLst/>
                  <a:uFillTx/>
                  <a:latin typeface="Consolas"/>
                </a:endParaRPr>
              </a:p>
            </p:txBody>
          </p:sp>
          <p:sp>
            <p:nvSpPr>
              <p:cNvPr id="317"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318"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319"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320"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321"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322"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4200" tIns="30600" rIns="34200" bIns="30600" numCol="1" spcCol="0" anchor="t">
                <a:noAutofit/>
              </a:bodyPr>
              <a:lstStyle/>
              <a:p>
                <a:endParaRPr lang="da-DK" sz="1800" b="0" u="none" strike="noStrike">
                  <a:solidFill>
                    <a:schemeClr val="dk1"/>
                  </a:solidFill>
                  <a:effectLst/>
                  <a:uFillTx/>
                  <a:latin typeface="Consolas"/>
                </a:endParaRPr>
              </a:p>
            </p:txBody>
          </p:sp>
          <p:sp>
            <p:nvSpPr>
              <p:cNvPr id="323"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324"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0600" rIns="29160" bIns="30600" numCol="1" spcCol="0" anchor="t">
                <a:noAutofit/>
              </a:bodyPr>
              <a:lstStyle/>
              <a:p>
                <a:endParaRPr lang="da-DK" sz="1800" b="0" u="none" strike="noStrike">
                  <a:solidFill>
                    <a:schemeClr val="dk1"/>
                  </a:solidFill>
                  <a:effectLst/>
                  <a:uFillTx/>
                  <a:latin typeface="Consolas"/>
                </a:endParaRPr>
              </a:p>
            </p:txBody>
          </p:sp>
          <p:sp>
            <p:nvSpPr>
              <p:cNvPr id="325"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326"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327"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328"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329"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grpSp>
        <p:grpSp>
          <p:nvGrpSpPr>
            <p:cNvPr id="330" name="Gruppe 30"/>
            <p:cNvGrpSpPr/>
            <p:nvPr/>
          </p:nvGrpSpPr>
          <p:grpSpPr>
            <a:xfrm>
              <a:off x="5864400" y="6027120"/>
              <a:ext cx="413640" cy="439920"/>
              <a:chOff x="5864400" y="6027120"/>
              <a:chExt cx="413640" cy="439920"/>
            </a:xfrm>
          </p:grpSpPr>
          <p:sp>
            <p:nvSpPr>
              <p:cNvPr id="331"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32"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33"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grpSp>
      </p:grpSp>
      <p:grpSp>
        <p:nvGrpSpPr>
          <p:cNvPr id="334" name="Gruppe 53"/>
          <p:cNvGrpSpPr/>
          <p:nvPr/>
        </p:nvGrpSpPr>
        <p:grpSpPr>
          <a:xfrm>
            <a:off x="4733280" y="657360"/>
            <a:ext cx="405000" cy="1182240"/>
            <a:chOff x="4733280" y="657360"/>
            <a:chExt cx="405000" cy="1182240"/>
          </a:xfrm>
        </p:grpSpPr>
        <p:sp>
          <p:nvSpPr>
            <p:cNvPr id="335" name="Freeform 53"/>
            <p:cNvSpPr/>
            <p:nvPr/>
          </p:nvSpPr>
          <p:spPr>
            <a:xfrm>
              <a:off x="506520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336" name="Freeform 54"/>
            <p:cNvSpPr/>
            <p:nvPr/>
          </p:nvSpPr>
          <p:spPr>
            <a:xfrm>
              <a:off x="497340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rIns="71280" numCol="1" spcCol="0" anchor="t">
              <a:noAutofit/>
            </a:bodyPr>
            <a:lstStyle/>
            <a:p>
              <a:endParaRPr lang="da-DK" sz="1800" b="0" u="none" strike="noStrike">
                <a:solidFill>
                  <a:schemeClr val="dk1"/>
                </a:solidFill>
                <a:effectLst/>
                <a:uFillTx/>
                <a:latin typeface="Consolas"/>
              </a:endParaRPr>
            </a:p>
          </p:txBody>
        </p:sp>
        <p:sp>
          <p:nvSpPr>
            <p:cNvPr id="337" name="Freeform 55"/>
            <p:cNvSpPr/>
            <p:nvPr/>
          </p:nvSpPr>
          <p:spPr>
            <a:xfrm>
              <a:off x="486144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38" name="Freeform 56"/>
            <p:cNvSpPr/>
            <p:nvPr/>
          </p:nvSpPr>
          <p:spPr>
            <a:xfrm>
              <a:off x="473328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39" name="Freeform 57"/>
            <p:cNvSpPr/>
            <p:nvPr/>
          </p:nvSpPr>
          <p:spPr>
            <a:xfrm>
              <a:off x="473328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40" name="Freeform 58"/>
            <p:cNvSpPr/>
            <p:nvPr/>
          </p:nvSpPr>
          <p:spPr>
            <a:xfrm>
              <a:off x="473328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41" name="Freeform 59"/>
            <p:cNvSpPr/>
            <p:nvPr/>
          </p:nvSpPr>
          <p:spPr>
            <a:xfrm>
              <a:off x="473328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42" name="Freeform 60"/>
            <p:cNvSpPr/>
            <p:nvPr/>
          </p:nvSpPr>
          <p:spPr>
            <a:xfrm>
              <a:off x="473328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43" name="Freeform 61"/>
            <p:cNvSpPr/>
            <p:nvPr/>
          </p:nvSpPr>
          <p:spPr>
            <a:xfrm>
              <a:off x="473328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44" name="Freeform 62"/>
            <p:cNvSpPr/>
            <p:nvPr/>
          </p:nvSpPr>
          <p:spPr>
            <a:xfrm>
              <a:off x="473328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45" name="Freeform 63"/>
            <p:cNvSpPr/>
            <p:nvPr/>
          </p:nvSpPr>
          <p:spPr>
            <a:xfrm>
              <a:off x="473328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46" name="Freeform 64"/>
            <p:cNvSpPr/>
            <p:nvPr/>
          </p:nvSpPr>
          <p:spPr>
            <a:xfrm>
              <a:off x="473328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47" name="Freeform 65"/>
            <p:cNvSpPr/>
            <p:nvPr/>
          </p:nvSpPr>
          <p:spPr>
            <a:xfrm>
              <a:off x="473328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48" name="Freeform 66"/>
            <p:cNvSpPr/>
            <p:nvPr/>
          </p:nvSpPr>
          <p:spPr>
            <a:xfrm>
              <a:off x="473328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49" name="Freeform 67"/>
            <p:cNvSpPr/>
            <p:nvPr/>
          </p:nvSpPr>
          <p:spPr>
            <a:xfrm>
              <a:off x="473328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50" name="Freeform 68"/>
            <p:cNvSpPr/>
            <p:nvPr/>
          </p:nvSpPr>
          <p:spPr>
            <a:xfrm>
              <a:off x="473328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51" name="Freeform 69"/>
            <p:cNvSpPr/>
            <p:nvPr/>
          </p:nvSpPr>
          <p:spPr>
            <a:xfrm>
              <a:off x="473328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52" name="Freeform 70"/>
            <p:cNvSpPr/>
            <p:nvPr/>
          </p:nvSpPr>
          <p:spPr>
            <a:xfrm>
              <a:off x="473328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53" name="Freeform 71"/>
            <p:cNvSpPr/>
            <p:nvPr/>
          </p:nvSpPr>
          <p:spPr>
            <a:xfrm>
              <a:off x="473328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tIns="32040" bIns="32040" numCol="1" spcCol="0" anchor="t">
              <a:noAutofit/>
            </a:bodyPr>
            <a:lstStyle/>
            <a:p>
              <a:endParaRPr lang="da-DK" sz="1800" b="0" u="none" strike="noStrike">
                <a:solidFill>
                  <a:schemeClr val="dk1"/>
                </a:solidFill>
                <a:effectLst/>
                <a:uFillTx/>
                <a:latin typeface="Consolas"/>
              </a:endParaRPr>
            </a:p>
          </p:txBody>
        </p:sp>
      </p:grpSp>
      <p:sp>
        <p:nvSpPr>
          <p:cNvPr id="354" name="PlaceHolder 2"/>
          <p:cNvSpPr>
            <a:spLocks noGrp="1"/>
          </p:cNvSpPr>
          <p:nvPr>
            <p:ph type="pic" hasCustomPrompt="1"/>
          </p:nvPr>
        </p:nvSpPr>
        <p:spPr>
          <a:xfrm>
            <a:off x="-19800" y="0"/>
            <a:ext cx="4752720" cy="6857640"/>
          </a:xfrm>
          <a:prstGeom prst="rect">
            <a:avLst/>
          </a:prstGeom>
          <a:pattFill prst="wdUpDiag">
            <a:fgClr>
              <a:srgbClr val="211A52"/>
            </a:fgClr>
            <a:bgClr>
              <a:srgbClr val="FFFFFF"/>
            </a:bgClr>
          </a:pattFill>
          <a:ln w="0">
            <a:noFill/>
          </a:ln>
        </p:spPr>
        <p:txBody>
          <a:bodyPr lIns="90000" tIns="45000" rIns="90000" bIns="45000" anchor="ctr">
            <a:normAutofit/>
          </a:bodyPr>
          <a:lstStyle/>
          <a:p>
            <a:pPr indent="0" algn="l">
              <a:buNone/>
            </a:pPr>
            <a:r>
              <a:rPr lang="en-US" sz="1000" b="0" u="none" strike="noStrike">
                <a:solidFill>
                  <a:srgbClr val="000000"/>
                </a:solidFill>
                <a:effectLst/>
                <a:uFillTx/>
                <a:latin typeface="Arial"/>
              </a:rPr>
              <a:t>Double-click to add an Image</a:t>
            </a:r>
          </a:p>
        </p:txBody>
      </p:sp>
      <p:sp>
        <p:nvSpPr>
          <p:cNvPr id="355" name="PlaceHolder 3"/>
          <p:cNvSpPr>
            <a:spLocks noGrp="1"/>
          </p:cNvSpPr>
          <p:nvPr>
            <p:ph type="title" hasCustomPrompt="1"/>
          </p:nvPr>
        </p:nvSpPr>
        <p:spPr>
          <a:xfrm>
            <a:off x="5324040" y="359280"/>
            <a:ext cx="4489920" cy="1621080"/>
          </a:xfrm>
          <a:prstGeom prst="rect">
            <a:avLst/>
          </a:prstGeom>
          <a:noFill/>
          <a:ln w="0">
            <a:noFill/>
          </a:ln>
        </p:spPr>
        <p:txBody>
          <a:bodyPr lIns="0" tIns="191880" rIns="0" bIns="0" anchor="t">
            <a:noAutofit/>
          </a:bodyPr>
          <a:lstStyle>
            <a:lvl1pPr indent="0" algn="l" defTabSz="914400">
              <a:lnSpc>
                <a:spcPct val="100000"/>
              </a:lnSpc>
              <a:buNone/>
              <a:defRPr lang="en-US" sz="3600" b="1" u="none" strike="noStrike" spc="300">
                <a:solidFill>
                  <a:schemeClr val="dk1"/>
                </a:solidFill>
                <a:effectLst/>
                <a:uFillTx/>
                <a:latin typeface="Consolas"/>
              </a:defRPr>
            </a:lvl1pPr>
          </a:lstStyle>
          <a:p>
            <a:pPr indent="0" algn="l" defTabSz="914400">
              <a:lnSpc>
                <a:spcPct val="100000"/>
              </a:lnSpc>
              <a:buNone/>
            </a:pPr>
            <a:r>
              <a:rPr lang="en-US" sz="3600" b="1" u="none" strike="noStrike" spc="300">
                <a:solidFill>
                  <a:schemeClr val="dk1"/>
                </a:solidFill>
                <a:effectLst/>
                <a:uFillTx/>
                <a:latin typeface="Consolas"/>
              </a:rPr>
              <a:t>KLIK HER FOR AT ÆNDRE TITEL</a:t>
            </a:r>
          </a:p>
        </p:txBody>
      </p:sp>
      <p:sp>
        <p:nvSpPr>
          <p:cNvPr id="356" name="PlaceHolder 4"/>
          <p:cNvSpPr>
            <a:spLocks noGrp="1"/>
          </p:cNvSpPr>
          <p:nvPr>
            <p:ph type="body" hasCustomPrompt="1"/>
          </p:nvPr>
        </p:nvSpPr>
        <p:spPr>
          <a:xfrm>
            <a:off x="5324040" y="2143440"/>
            <a:ext cx="4489920" cy="3751920"/>
          </a:xfrm>
          <a:prstGeom prst="rect">
            <a:avLst/>
          </a:prstGeom>
          <a:noFill/>
          <a:ln w="0">
            <a:noFill/>
          </a:ln>
        </p:spPr>
        <p:txBody>
          <a:bodyPr lIns="0" tIns="45720" rIns="0" bIns="45720" anchor="t">
            <a:noAutofit/>
          </a:bodyPr>
          <a:lstStyle>
            <a:lvl1pPr algn="l" defTabSz="914400">
              <a:lnSpc>
                <a:spcPct val="100000"/>
              </a:lnSpc>
              <a:spcBef>
                <a:spcPts val="601"/>
              </a:spcBef>
              <a:buSzPct val="100051"/>
              <a:buBlip>
                <a:blip r:embed="rId2"/>
              </a:buBlip>
              <a:defRPr lang="da-DK" sz="1600" b="0" u="none" strike="noStrike">
                <a:solidFill>
                  <a:schemeClr val="dk1"/>
                </a:solidFill>
                <a:effectLst/>
                <a:uFillTx/>
                <a:latin typeface="Consolas"/>
              </a:defRPr>
            </a:lvl1pPr>
            <a:lvl2pPr indent="0" algn="l" defTabSz="914400">
              <a:lnSpc>
                <a:spcPct val="100000"/>
              </a:lnSpc>
              <a:spcBef>
                <a:spcPts val="601"/>
              </a:spcBef>
              <a:buNone/>
              <a:defRPr lang="da-DK" sz="1600" b="0" u="none" strike="noStrike">
                <a:solidFill>
                  <a:schemeClr val="dk1"/>
                </a:solidFill>
                <a:effectLst/>
                <a:uFillTx/>
                <a:latin typeface="Consolas"/>
              </a:defRPr>
            </a:lvl2pPr>
            <a:lvl3pPr indent="0" algn="l" defTabSz="914400">
              <a:lnSpc>
                <a:spcPct val="100000"/>
              </a:lnSpc>
              <a:spcBef>
                <a:spcPts val="601"/>
              </a:spcBef>
              <a:buNone/>
              <a:defRPr lang="da-DK" sz="1600" b="0" u="none" strike="noStrike">
                <a:solidFill>
                  <a:schemeClr val="dk1"/>
                </a:solidFill>
                <a:effectLst/>
                <a:uFillTx/>
                <a:latin typeface="Consolas"/>
              </a:defRPr>
            </a:lvl3pPr>
          </a:lstStyle>
          <a:p>
            <a:pPr marL="285840" indent="-285840" algn="l" defTabSz="914400">
              <a:lnSpc>
                <a:spcPct val="100000"/>
              </a:lnSpc>
              <a:spcBef>
                <a:spcPts val="601"/>
              </a:spcBef>
              <a:buSzPct val="100051"/>
              <a:buBlip>
                <a:blip r:embed="rId2"/>
              </a:buBlip>
            </a:pPr>
            <a:r>
              <a:rPr lang="da-DK" sz="1600" b="0" u="none" strike="noStrike">
                <a:solidFill>
                  <a:schemeClr val="dk1"/>
                </a:solidFill>
                <a:effectLst/>
                <a:uFillTx/>
                <a:latin typeface="Consolas"/>
              </a:rPr>
              <a:t>Indsæt bullets</a:t>
            </a:r>
            <a:endParaRPr lang="en-US" sz="1600" b="0" u="none" strike="noStrike">
              <a:solidFill>
                <a:schemeClr val="dk1"/>
              </a:solidFill>
              <a:effectLst/>
              <a:uFillTx/>
              <a:latin typeface="Consolas"/>
            </a:endParaRPr>
          </a:p>
          <a:p>
            <a:pPr indent="0" algn="l" defTabSz="914400">
              <a:lnSpc>
                <a:spcPct val="100000"/>
              </a:lnSpc>
              <a:spcBef>
                <a:spcPts val="601"/>
              </a:spcBef>
              <a:buNone/>
            </a:pPr>
            <a:endParaRPr lang="en-US" sz="1600" b="0" u="none" strike="noStrike">
              <a:solidFill>
                <a:schemeClr val="dk1"/>
              </a:solidFill>
              <a:effectLst/>
              <a:uFillTx/>
              <a:latin typeface="Consolas"/>
            </a:endParaRPr>
          </a:p>
          <a:p>
            <a:pPr indent="0" algn="l" defTabSz="914400">
              <a:lnSpc>
                <a:spcPct val="100000"/>
              </a:lnSpc>
              <a:spcBef>
                <a:spcPts val="601"/>
              </a:spcBef>
              <a:buNone/>
            </a:pPr>
            <a:endParaRPr lang="en-US" sz="1600" b="0" u="none" strike="noStrike">
              <a:solidFill>
                <a:schemeClr val="dk1"/>
              </a:solidFill>
              <a:effectLst/>
              <a:uFillTx/>
              <a:latin typeface="Consola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Præsentation">
    <p:bg>
      <p:bgPr>
        <a:solidFill>
          <a:srgbClr val="FFFFFF"/>
        </a:solidFill>
        <a:effectLst/>
      </p:bgPr>
    </p:bg>
    <p:spTree>
      <p:nvGrpSpPr>
        <p:cNvPr id="1" name=""/>
        <p:cNvGrpSpPr/>
        <p:nvPr/>
      </p:nvGrpSpPr>
      <p:grpSpPr>
        <a:xfrm>
          <a:off x="0" y="0"/>
          <a:ext cx="0" cy="0"/>
          <a:chOff x="0" y="0"/>
          <a:chExt cx="0" cy="0"/>
        </a:xfrm>
      </p:grpSpPr>
      <p:grpSp>
        <p:nvGrpSpPr>
          <p:cNvPr id="357" name="Gruppe 57" hidden="1"/>
          <p:cNvGrpSpPr/>
          <p:nvPr/>
        </p:nvGrpSpPr>
        <p:grpSpPr>
          <a:xfrm>
            <a:off x="5466600" y="6027120"/>
            <a:ext cx="1272240" cy="668520"/>
            <a:chOff x="5466600" y="6027120"/>
            <a:chExt cx="1272240" cy="668520"/>
          </a:xfrm>
        </p:grpSpPr>
        <p:grpSp>
          <p:nvGrpSpPr>
            <p:cNvPr id="358" name="Gruppe 55"/>
            <p:cNvGrpSpPr/>
            <p:nvPr/>
          </p:nvGrpSpPr>
          <p:grpSpPr>
            <a:xfrm>
              <a:off x="5466600" y="6631920"/>
              <a:ext cx="1272240" cy="63720"/>
              <a:chOff x="5466600" y="6631920"/>
              <a:chExt cx="1272240" cy="63720"/>
            </a:xfrm>
          </p:grpSpPr>
          <p:sp>
            <p:nvSpPr>
              <p:cNvPr id="359"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5640" tIns="30600" rIns="35640" bIns="30600" numCol="1" spcCol="0" anchor="t">
                <a:noAutofit/>
              </a:bodyPr>
              <a:lstStyle/>
              <a:p>
                <a:endParaRPr lang="da-DK" sz="1800" b="0" u="none" strike="noStrike">
                  <a:solidFill>
                    <a:schemeClr val="dk1"/>
                  </a:solidFill>
                  <a:effectLst/>
                  <a:uFillTx/>
                  <a:latin typeface="Consolas"/>
                </a:endParaRPr>
              </a:p>
            </p:txBody>
          </p:sp>
          <p:sp>
            <p:nvSpPr>
              <p:cNvPr id="360"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6360" tIns="30600" rIns="36360" bIns="30600" numCol="1" spcCol="0" anchor="t">
                <a:noAutofit/>
              </a:bodyPr>
              <a:lstStyle/>
              <a:p>
                <a:endParaRPr lang="da-DK" sz="1800" b="0" u="none" strike="noStrike">
                  <a:solidFill>
                    <a:schemeClr val="dk1"/>
                  </a:solidFill>
                  <a:effectLst/>
                  <a:uFillTx/>
                  <a:latin typeface="Consolas"/>
                </a:endParaRPr>
              </a:p>
            </p:txBody>
          </p:sp>
          <p:sp>
            <p:nvSpPr>
              <p:cNvPr id="361"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362"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720" tIns="30600" rIns="27720" bIns="30600" numCol="1" spcCol="0" anchor="t">
                <a:noAutofit/>
              </a:bodyPr>
              <a:lstStyle/>
              <a:p>
                <a:endParaRPr lang="da-DK" sz="1800" b="0" u="none" strike="noStrike">
                  <a:solidFill>
                    <a:schemeClr val="dk1"/>
                  </a:solidFill>
                  <a:effectLst/>
                  <a:uFillTx/>
                  <a:latin typeface="Consolas"/>
                </a:endParaRPr>
              </a:p>
            </p:txBody>
          </p:sp>
          <p:sp>
            <p:nvSpPr>
              <p:cNvPr id="363"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2040" rIns="29160" bIns="32040" numCol="1" spcCol="0" anchor="t">
                <a:noAutofit/>
              </a:bodyPr>
              <a:lstStyle/>
              <a:p>
                <a:endParaRPr lang="da-DK" sz="1800" b="0" u="none" strike="noStrike">
                  <a:solidFill>
                    <a:schemeClr val="dk1"/>
                  </a:solidFill>
                  <a:effectLst/>
                  <a:uFillTx/>
                  <a:latin typeface="Consolas"/>
                </a:endParaRPr>
              </a:p>
            </p:txBody>
          </p:sp>
          <p:sp>
            <p:nvSpPr>
              <p:cNvPr id="364"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365"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366"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367"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368"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369"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4200" tIns="30600" rIns="34200" bIns="30600" numCol="1" spcCol="0" anchor="t">
                <a:noAutofit/>
              </a:bodyPr>
              <a:lstStyle/>
              <a:p>
                <a:endParaRPr lang="da-DK" sz="1800" b="0" u="none" strike="noStrike">
                  <a:solidFill>
                    <a:schemeClr val="dk1"/>
                  </a:solidFill>
                  <a:effectLst/>
                  <a:uFillTx/>
                  <a:latin typeface="Consolas"/>
                </a:endParaRPr>
              </a:p>
            </p:txBody>
          </p:sp>
          <p:sp>
            <p:nvSpPr>
              <p:cNvPr id="370"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371"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0600" rIns="29160" bIns="30600" numCol="1" spcCol="0" anchor="t">
                <a:noAutofit/>
              </a:bodyPr>
              <a:lstStyle/>
              <a:p>
                <a:endParaRPr lang="da-DK" sz="1800" b="0" u="none" strike="noStrike">
                  <a:solidFill>
                    <a:schemeClr val="dk1"/>
                  </a:solidFill>
                  <a:effectLst/>
                  <a:uFillTx/>
                  <a:latin typeface="Consolas"/>
                </a:endParaRPr>
              </a:p>
            </p:txBody>
          </p:sp>
          <p:sp>
            <p:nvSpPr>
              <p:cNvPr id="372"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373"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374"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375"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376"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grpSp>
        <p:grpSp>
          <p:nvGrpSpPr>
            <p:cNvPr id="377" name="Gruppe 56"/>
            <p:cNvGrpSpPr/>
            <p:nvPr/>
          </p:nvGrpSpPr>
          <p:grpSpPr>
            <a:xfrm>
              <a:off x="5864400" y="6027120"/>
              <a:ext cx="413640" cy="439920"/>
              <a:chOff x="5864400" y="6027120"/>
              <a:chExt cx="413640" cy="439920"/>
            </a:xfrm>
          </p:grpSpPr>
          <p:sp>
            <p:nvSpPr>
              <p:cNvPr id="378"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79"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80"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grpSp>
      </p:grpSp>
      <p:grpSp>
        <p:nvGrpSpPr>
          <p:cNvPr id="381" name="Gruppe 80" hidden="1"/>
          <p:cNvGrpSpPr/>
          <p:nvPr/>
        </p:nvGrpSpPr>
        <p:grpSpPr>
          <a:xfrm>
            <a:off x="-3600" y="657360"/>
            <a:ext cx="405000" cy="1182240"/>
            <a:chOff x="-3600" y="657360"/>
            <a:chExt cx="405000" cy="1182240"/>
          </a:xfrm>
        </p:grpSpPr>
        <p:sp>
          <p:nvSpPr>
            <p:cNvPr id="382" name="Freeform 53"/>
            <p:cNvSpPr/>
            <p:nvPr/>
          </p:nvSpPr>
          <p:spPr>
            <a:xfrm>
              <a:off x="3283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383" name="Freeform 54"/>
            <p:cNvSpPr/>
            <p:nvPr/>
          </p:nvSpPr>
          <p:spPr>
            <a:xfrm>
              <a:off x="2365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rIns="71280" numCol="1" spcCol="0" anchor="t">
              <a:noAutofit/>
            </a:bodyPr>
            <a:lstStyle/>
            <a:p>
              <a:endParaRPr lang="da-DK" sz="1800" b="0" u="none" strike="noStrike">
                <a:solidFill>
                  <a:schemeClr val="dk1"/>
                </a:solidFill>
                <a:effectLst/>
                <a:uFillTx/>
                <a:latin typeface="Consolas"/>
              </a:endParaRPr>
            </a:p>
          </p:txBody>
        </p:sp>
        <p:sp>
          <p:nvSpPr>
            <p:cNvPr id="384" name="Freeform 55"/>
            <p:cNvSpPr/>
            <p:nvPr/>
          </p:nvSpPr>
          <p:spPr>
            <a:xfrm>
              <a:off x="12492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85" name="Freeform 56"/>
            <p:cNvSpPr/>
            <p:nvPr/>
          </p:nvSpPr>
          <p:spPr>
            <a:xfrm>
              <a:off x="-360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86" name="Freeform 57"/>
            <p:cNvSpPr/>
            <p:nvPr/>
          </p:nvSpPr>
          <p:spPr>
            <a:xfrm>
              <a:off x="-360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87" name="Freeform 58"/>
            <p:cNvSpPr/>
            <p:nvPr/>
          </p:nvSpPr>
          <p:spPr>
            <a:xfrm>
              <a:off x="-360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88" name="Freeform 59"/>
            <p:cNvSpPr/>
            <p:nvPr/>
          </p:nvSpPr>
          <p:spPr>
            <a:xfrm>
              <a:off x="-360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89" name="Freeform 60"/>
            <p:cNvSpPr/>
            <p:nvPr/>
          </p:nvSpPr>
          <p:spPr>
            <a:xfrm>
              <a:off x="-360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90" name="Freeform 61"/>
            <p:cNvSpPr/>
            <p:nvPr/>
          </p:nvSpPr>
          <p:spPr>
            <a:xfrm>
              <a:off x="-360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91" name="Freeform 62"/>
            <p:cNvSpPr/>
            <p:nvPr/>
          </p:nvSpPr>
          <p:spPr>
            <a:xfrm>
              <a:off x="-360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92" name="Freeform 63"/>
            <p:cNvSpPr/>
            <p:nvPr/>
          </p:nvSpPr>
          <p:spPr>
            <a:xfrm>
              <a:off x="-360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93" name="Freeform 64"/>
            <p:cNvSpPr/>
            <p:nvPr/>
          </p:nvSpPr>
          <p:spPr>
            <a:xfrm>
              <a:off x="-360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94" name="Freeform 65"/>
            <p:cNvSpPr/>
            <p:nvPr/>
          </p:nvSpPr>
          <p:spPr>
            <a:xfrm>
              <a:off x="-360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95" name="Freeform 66"/>
            <p:cNvSpPr/>
            <p:nvPr/>
          </p:nvSpPr>
          <p:spPr>
            <a:xfrm>
              <a:off x="-360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96" name="Freeform 67"/>
            <p:cNvSpPr/>
            <p:nvPr/>
          </p:nvSpPr>
          <p:spPr>
            <a:xfrm>
              <a:off x="-360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97" name="Freeform 68"/>
            <p:cNvSpPr/>
            <p:nvPr/>
          </p:nvSpPr>
          <p:spPr>
            <a:xfrm>
              <a:off x="-360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98" name="Freeform 69"/>
            <p:cNvSpPr/>
            <p:nvPr/>
          </p:nvSpPr>
          <p:spPr>
            <a:xfrm>
              <a:off x="-360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399" name="Freeform 70"/>
            <p:cNvSpPr/>
            <p:nvPr/>
          </p:nvSpPr>
          <p:spPr>
            <a:xfrm>
              <a:off x="-360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400" name="Freeform 71"/>
            <p:cNvSpPr/>
            <p:nvPr/>
          </p:nvSpPr>
          <p:spPr>
            <a:xfrm>
              <a:off x="-360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tIns="32040" bIns="32040" numCol="1" spcCol="0" anchor="t">
              <a:noAutofit/>
            </a:bodyPr>
            <a:lstStyle/>
            <a:p>
              <a:endParaRPr lang="da-DK" sz="1800" b="0" u="none" strike="noStrike">
                <a:solidFill>
                  <a:schemeClr val="dk1"/>
                </a:solidFill>
                <a:effectLst/>
                <a:uFillTx/>
                <a:latin typeface="Consolas"/>
              </a:endParaRPr>
            </a:p>
          </p:txBody>
        </p:sp>
      </p:grpSp>
      <p:sp>
        <p:nvSpPr>
          <p:cNvPr id="401" name="PlaceHolder 1"/>
          <p:cNvSpPr>
            <a:spLocks noGrp="1"/>
          </p:cNvSpPr>
          <p:nvPr>
            <p:ph type="pic" hasCustomPrompt="1"/>
          </p:nvPr>
        </p:nvSpPr>
        <p:spPr>
          <a:xfrm>
            <a:off x="0" y="0"/>
            <a:ext cx="12191760" cy="6857640"/>
          </a:xfrm>
          <a:prstGeom prst="rect">
            <a:avLst/>
          </a:prstGeom>
          <a:pattFill prst="wdUpDiag">
            <a:fgClr>
              <a:srgbClr val="211A52"/>
            </a:fgClr>
            <a:bgClr>
              <a:srgbClr val="FFFFFF"/>
            </a:bgClr>
          </a:pattFill>
          <a:ln w="0">
            <a:noFill/>
          </a:ln>
        </p:spPr>
        <p:txBody>
          <a:bodyPr lIns="90000" tIns="45000" rIns="90000" bIns="45000" anchor="ctr">
            <a:normAutofit/>
          </a:bodyPr>
          <a:lstStyle/>
          <a:p>
            <a:pPr indent="0" algn="l">
              <a:buNone/>
            </a:pPr>
            <a:r>
              <a:rPr lang="en-US" sz="1000" b="0" u="none" strike="noStrike">
                <a:solidFill>
                  <a:srgbClr val="000000"/>
                </a:solidFill>
                <a:effectLst/>
                <a:uFillTx/>
                <a:latin typeface="Arial"/>
              </a:rPr>
              <a:t>Double-click to add an Image</a:t>
            </a:r>
          </a:p>
        </p:txBody>
      </p:sp>
      <p:sp>
        <p:nvSpPr>
          <p:cNvPr id="402" name="PlaceHolder 2"/>
          <p:cNvSpPr>
            <a:spLocks noGrp="1"/>
          </p:cNvSpPr>
          <p:nvPr>
            <p:ph type="title" hasCustomPrompt="1"/>
          </p:nvPr>
        </p:nvSpPr>
        <p:spPr>
          <a:xfrm>
            <a:off x="2441520" y="2676600"/>
            <a:ext cx="7340760" cy="1036080"/>
          </a:xfrm>
          <a:prstGeom prst="rect">
            <a:avLst/>
          </a:prstGeom>
          <a:solidFill>
            <a:schemeClr val="lt1"/>
          </a:solidFill>
          <a:ln w="0">
            <a:noFill/>
          </a:ln>
        </p:spPr>
        <p:txBody>
          <a:bodyPr lIns="0" tIns="108000" rIns="0" bIns="0" anchor="t">
            <a:noAutofit/>
          </a:bodyPr>
          <a:lstStyle>
            <a:lvl1pPr indent="0" algn="ctr" defTabSz="914400">
              <a:lnSpc>
                <a:spcPct val="100000"/>
              </a:lnSpc>
              <a:buNone/>
              <a:defRPr lang="en-US" sz="2800" b="1" u="none" strike="noStrike" spc="300">
                <a:solidFill>
                  <a:schemeClr val="dk1"/>
                </a:solidFill>
                <a:effectLst/>
                <a:uFillTx/>
                <a:latin typeface="Consolas"/>
              </a:defRPr>
            </a:lvl1pPr>
          </a:lstStyle>
          <a:p>
            <a:pPr indent="0" algn="ctr" defTabSz="914400">
              <a:lnSpc>
                <a:spcPct val="100000"/>
              </a:lnSpc>
              <a:buNone/>
            </a:pPr>
            <a:r>
              <a:rPr lang="en-US" sz="2800" b="1" u="none" strike="noStrike" spc="300">
                <a:solidFill>
                  <a:schemeClr val="dk1"/>
                </a:solidFill>
                <a:effectLst/>
                <a:uFillTx/>
                <a:latin typeface="Consolas"/>
              </a:rPr>
              <a:t>AALBORG UNIVERSITET</a:t>
            </a:r>
            <a:br>
              <a:rPr sz="2800"/>
            </a:br>
            <a:r>
              <a:rPr lang="en-US" sz="2800" b="1" u="none" strike="noStrike" spc="300">
                <a:solidFill>
                  <a:schemeClr val="dk1"/>
                </a:solidFill>
                <a:effectLst/>
                <a:uFillTx/>
                <a:latin typeface="Consolas"/>
              </a:rPr>
              <a:t>OVERSKRIFT</a:t>
            </a:r>
          </a:p>
        </p:txBody>
      </p:sp>
      <p:sp>
        <p:nvSpPr>
          <p:cNvPr id="403" name="PlaceHolder 3"/>
          <p:cNvSpPr>
            <a:spLocks noGrp="1"/>
          </p:cNvSpPr>
          <p:nvPr>
            <p:ph type="body" hasCustomPrompt="1"/>
          </p:nvPr>
        </p:nvSpPr>
        <p:spPr>
          <a:xfrm>
            <a:off x="2441520" y="3827520"/>
            <a:ext cx="7340760" cy="412560"/>
          </a:xfrm>
          <a:prstGeom prst="rect">
            <a:avLst/>
          </a:prstGeom>
          <a:solidFill>
            <a:schemeClr val="lt1"/>
          </a:solidFill>
          <a:ln w="0">
            <a:noFill/>
          </a:ln>
        </p:spPr>
        <p:txBody>
          <a:bodyPr lIns="0" tIns="45720" rIns="0" bIns="45720" anchor="t">
            <a:noAutofit/>
          </a:bodyPr>
          <a:lstStyle>
            <a:lvl1pPr indent="0" algn="ctr" defTabSz="914400">
              <a:lnSpc>
                <a:spcPct val="120000"/>
              </a:lnSpc>
              <a:spcBef>
                <a:spcPts val="1001"/>
              </a:spcBef>
              <a:buNone/>
              <a:tabLst>
                <a:tab pos="0" algn="l"/>
              </a:tabLst>
              <a:defRPr lang="da-DK" sz="1800" b="0" u="none" strike="noStrike" spc="300">
                <a:solidFill>
                  <a:schemeClr val="dk1"/>
                </a:solidFill>
                <a:effectLst/>
                <a:uFillTx/>
                <a:latin typeface="Consolas"/>
              </a:defRPr>
            </a:lvl1pPr>
          </a:lstStyle>
          <a:p>
            <a:pPr indent="0" algn="ctr" defTabSz="914400">
              <a:lnSpc>
                <a:spcPct val="120000"/>
              </a:lnSpc>
              <a:spcBef>
                <a:spcPts val="1001"/>
              </a:spcBef>
              <a:buNone/>
              <a:tabLst>
                <a:tab pos="0" algn="l"/>
              </a:tabLst>
            </a:pPr>
            <a:r>
              <a:rPr lang="da-DK" sz="1800" b="0" u="none" strike="noStrike" spc="300">
                <a:solidFill>
                  <a:schemeClr val="dk1"/>
                </a:solidFill>
                <a:effectLst/>
                <a:uFillTx/>
                <a:latin typeface="Consolas"/>
              </a:rPr>
              <a:t>AF NAVN NAVNESEN</a:t>
            </a:r>
            <a:endParaRPr lang="en-US" sz="1800" b="0" u="none" strike="noStrike" spc="300">
              <a:solidFill>
                <a:schemeClr val="dk1"/>
              </a:solidFill>
              <a:effectLst/>
              <a:uFillTx/>
              <a:latin typeface="Consolas"/>
            </a:endParaRPr>
          </a:p>
        </p:txBody>
      </p:sp>
      <p:grpSp>
        <p:nvGrpSpPr>
          <p:cNvPr id="404" name="Gruppe 9"/>
          <p:cNvGrpSpPr/>
          <p:nvPr/>
        </p:nvGrpSpPr>
        <p:grpSpPr>
          <a:xfrm>
            <a:off x="5466600" y="6027120"/>
            <a:ext cx="1272240" cy="668520"/>
            <a:chOff x="5466600" y="6027120"/>
            <a:chExt cx="1272240" cy="668520"/>
          </a:xfrm>
        </p:grpSpPr>
        <p:grpSp>
          <p:nvGrpSpPr>
            <p:cNvPr id="405" name="Gruppe 10"/>
            <p:cNvGrpSpPr/>
            <p:nvPr/>
          </p:nvGrpSpPr>
          <p:grpSpPr>
            <a:xfrm>
              <a:off x="5466600" y="6631920"/>
              <a:ext cx="1272240" cy="63720"/>
              <a:chOff x="5466600" y="6631920"/>
              <a:chExt cx="1272240" cy="63720"/>
            </a:xfrm>
          </p:grpSpPr>
          <p:sp>
            <p:nvSpPr>
              <p:cNvPr id="406"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5640" tIns="30600" rIns="35640" bIns="30600" numCol="1" spcCol="0" anchor="t">
                <a:noAutofit/>
              </a:bodyPr>
              <a:lstStyle/>
              <a:p>
                <a:endParaRPr lang="da-DK" sz="1800" b="0" u="none" strike="noStrike">
                  <a:solidFill>
                    <a:schemeClr val="dk1"/>
                  </a:solidFill>
                  <a:effectLst/>
                  <a:uFillTx/>
                  <a:latin typeface="Consolas"/>
                </a:endParaRPr>
              </a:p>
            </p:txBody>
          </p:sp>
          <p:sp>
            <p:nvSpPr>
              <p:cNvPr id="407"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6360" tIns="30600" rIns="36360" bIns="30600" numCol="1" spcCol="0" anchor="t">
                <a:noAutofit/>
              </a:bodyPr>
              <a:lstStyle/>
              <a:p>
                <a:endParaRPr lang="da-DK" sz="1800" b="0" u="none" strike="noStrike">
                  <a:solidFill>
                    <a:schemeClr val="dk1"/>
                  </a:solidFill>
                  <a:effectLst/>
                  <a:uFillTx/>
                  <a:latin typeface="Consolas"/>
                </a:endParaRPr>
              </a:p>
            </p:txBody>
          </p:sp>
          <p:sp>
            <p:nvSpPr>
              <p:cNvPr id="408"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409"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720" tIns="30600" rIns="27720" bIns="30600" numCol="1" spcCol="0" anchor="t">
                <a:noAutofit/>
              </a:bodyPr>
              <a:lstStyle/>
              <a:p>
                <a:endParaRPr lang="da-DK" sz="1800" b="0" u="none" strike="noStrike">
                  <a:solidFill>
                    <a:schemeClr val="dk1"/>
                  </a:solidFill>
                  <a:effectLst/>
                  <a:uFillTx/>
                  <a:latin typeface="Consolas"/>
                </a:endParaRPr>
              </a:p>
            </p:txBody>
          </p:sp>
          <p:sp>
            <p:nvSpPr>
              <p:cNvPr id="410"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2040" rIns="29160" bIns="32040" numCol="1" spcCol="0" anchor="t">
                <a:noAutofit/>
              </a:bodyPr>
              <a:lstStyle/>
              <a:p>
                <a:endParaRPr lang="da-DK" sz="1800" b="0" u="none" strike="noStrike">
                  <a:solidFill>
                    <a:schemeClr val="dk1"/>
                  </a:solidFill>
                  <a:effectLst/>
                  <a:uFillTx/>
                  <a:latin typeface="Consolas"/>
                </a:endParaRPr>
              </a:p>
            </p:txBody>
          </p:sp>
          <p:sp>
            <p:nvSpPr>
              <p:cNvPr id="411"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412"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413"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414"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415"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416"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4200" tIns="30600" rIns="34200" bIns="30600" numCol="1" spcCol="0" anchor="t">
                <a:noAutofit/>
              </a:bodyPr>
              <a:lstStyle/>
              <a:p>
                <a:endParaRPr lang="da-DK" sz="1800" b="0" u="none" strike="noStrike">
                  <a:solidFill>
                    <a:schemeClr val="dk1"/>
                  </a:solidFill>
                  <a:effectLst/>
                  <a:uFillTx/>
                  <a:latin typeface="Consolas"/>
                </a:endParaRPr>
              </a:p>
            </p:txBody>
          </p:sp>
          <p:sp>
            <p:nvSpPr>
              <p:cNvPr id="417"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418"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0600" rIns="29160" bIns="30600" numCol="1" spcCol="0" anchor="t">
                <a:noAutofit/>
              </a:bodyPr>
              <a:lstStyle/>
              <a:p>
                <a:endParaRPr lang="da-DK" sz="1800" b="0" u="none" strike="noStrike">
                  <a:solidFill>
                    <a:schemeClr val="dk1"/>
                  </a:solidFill>
                  <a:effectLst/>
                  <a:uFillTx/>
                  <a:latin typeface="Consolas"/>
                </a:endParaRPr>
              </a:p>
            </p:txBody>
          </p:sp>
          <p:sp>
            <p:nvSpPr>
              <p:cNvPr id="419"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420"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421"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422"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423"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grpSp>
        <p:grpSp>
          <p:nvGrpSpPr>
            <p:cNvPr id="424" name="Gruppe 11"/>
            <p:cNvGrpSpPr/>
            <p:nvPr/>
          </p:nvGrpSpPr>
          <p:grpSpPr>
            <a:xfrm>
              <a:off x="5864400" y="6027120"/>
              <a:ext cx="413640" cy="439920"/>
              <a:chOff x="5864400" y="6027120"/>
              <a:chExt cx="413640" cy="439920"/>
            </a:xfrm>
          </p:grpSpPr>
          <p:sp>
            <p:nvSpPr>
              <p:cNvPr id="425"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426"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427"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ause">
    <p:bg>
      <p:bgPr>
        <a:solidFill>
          <a:srgbClr val="FFFFFF"/>
        </a:solidFill>
        <a:effectLst/>
      </p:bgPr>
    </p:bg>
    <p:spTree>
      <p:nvGrpSpPr>
        <p:cNvPr id="1" name=""/>
        <p:cNvGrpSpPr/>
        <p:nvPr/>
      </p:nvGrpSpPr>
      <p:grpSpPr>
        <a:xfrm>
          <a:off x="0" y="0"/>
          <a:ext cx="0" cy="0"/>
          <a:chOff x="0" y="0"/>
          <a:chExt cx="0" cy="0"/>
        </a:xfrm>
      </p:grpSpPr>
      <p:grpSp>
        <p:nvGrpSpPr>
          <p:cNvPr id="428" name="Gruppe 57" hidden="1"/>
          <p:cNvGrpSpPr/>
          <p:nvPr/>
        </p:nvGrpSpPr>
        <p:grpSpPr>
          <a:xfrm>
            <a:off x="5466600" y="6027120"/>
            <a:ext cx="1272240" cy="668520"/>
            <a:chOff x="5466600" y="6027120"/>
            <a:chExt cx="1272240" cy="668520"/>
          </a:xfrm>
        </p:grpSpPr>
        <p:grpSp>
          <p:nvGrpSpPr>
            <p:cNvPr id="429" name="Gruppe 55"/>
            <p:cNvGrpSpPr/>
            <p:nvPr/>
          </p:nvGrpSpPr>
          <p:grpSpPr>
            <a:xfrm>
              <a:off x="5466600" y="6631920"/>
              <a:ext cx="1272240" cy="63720"/>
              <a:chOff x="5466600" y="6631920"/>
              <a:chExt cx="1272240" cy="63720"/>
            </a:xfrm>
          </p:grpSpPr>
          <p:sp>
            <p:nvSpPr>
              <p:cNvPr id="430"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5640" tIns="30600" rIns="35640" bIns="30600" numCol="1" spcCol="0" anchor="t">
                <a:noAutofit/>
              </a:bodyPr>
              <a:lstStyle/>
              <a:p>
                <a:endParaRPr lang="da-DK" sz="1800" b="0" u="none" strike="noStrike">
                  <a:solidFill>
                    <a:schemeClr val="dk1"/>
                  </a:solidFill>
                  <a:effectLst/>
                  <a:uFillTx/>
                  <a:latin typeface="Consolas"/>
                </a:endParaRPr>
              </a:p>
            </p:txBody>
          </p:sp>
          <p:sp>
            <p:nvSpPr>
              <p:cNvPr id="431"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6360" tIns="30600" rIns="36360" bIns="30600" numCol="1" spcCol="0" anchor="t">
                <a:noAutofit/>
              </a:bodyPr>
              <a:lstStyle/>
              <a:p>
                <a:endParaRPr lang="da-DK" sz="1800" b="0" u="none" strike="noStrike">
                  <a:solidFill>
                    <a:schemeClr val="dk1"/>
                  </a:solidFill>
                  <a:effectLst/>
                  <a:uFillTx/>
                  <a:latin typeface="Consolas"/>
                </a:endParaRPr>
              </a:p>
            </p:txBody>
          </p:sp>
          <p:sp>
            <p:nvSpPr>
              <p:cNvPr id="432"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433"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720" tIns="30600" rIns="27720" bIns="30600" numCol="1" spcCol="0" anchor="t">
                <a:noAutofit/>
              </a:bodyPr>
              <a:lstStyle/>
              <a:p>
                <a:endParaRPr lang="da-DK" sz="1800" b="0" u="none" strike="noStrike">
                  <a:solidFill>
                    <a:schemeClr val="dk1"/>
                  </a:solidFill>
                  <a:effectLst/>
                  <a:uFillTx/>
                  <a:latin typeface="Consolas"/>
                </a:endParaRPr>
              </a:p>
            </p:txBody>
          </p:sp>
          <p:sp>
            <p:nvSpPr>
              <p:cNvPr id="434"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2040" rIns="29160" bIns="32040" numCol="1" spcCol="0" anchor="t">
                <a:noAutofit/>
              </a:bodyPr>
              <a:lstStyle/>
              <a:p>
                <a:endParaRPr lang="da-DK" sz="1800" b="0" u="none" strike="noStrike">
                  <a:solidFill>
                    <a:schemeClr val="dk1"/>
                  </a:solidFill>
                  <a:effectLst/>
                  <a:uFillTx/>
                  <a:latin typeface="Consolas"/>
                </a:endParaRPr>
              </a:p>
            </p:txBody>
          </p:sp>
          <p:sp>
            <p:nvSpPr>
              <p:cNvPr id="435"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436"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437"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438"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439"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440"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4200" tIns="30600" rIns="34200" bIns="30600" numCol="1" spcCol="0" anchor="t">
                <a:noAutofit/>
              </a:bodyPr>
              <a:lstStyle/>
              <a:p>
                <a:endParaRPr lang="da-DK" sz="1800" b="0" u="none" strike="noStrike">
                  <a:solidFill>
                    <a:schemeClr val="dk1"/>
                  </a:solidFill>
                  <a:effectLst/>
                  <a:uFillTx/>
                  <a:latin typeface="Consolas"/>
                </a:endParaRPr>
              </a:p>
            </p:txBody>
          </p:sp>
          <p:sp>
            <p:nvSpPr>
              <p:cNvPr id="441"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442"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0600" rIns="29160" bIns="30600" numCol="1" spcCol="0" anchor="t">
                <a:noAutofit/>
              </a:bodyPr>
              <a:lstStyle/>
              <a:p>
                <a:endParaRPr lang="da-DK" sz="1800" b="0" u="none" strike="noStrike">
                  <a:solidFill>
                    <a:schemeClr val="dk1"/>
                  </a:solidFill>
                  <a:effectLst/>
                  <a:uFillTx/>
                  <a:latin typeface="Consolas"/>
                </a:endParaRPr>
              </a:p>
            </p:txBody>
          </p:sp>
          <p:sp>
            <p:nvSpPr>
              <p:cNvPr id="443"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444"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445"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446"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447"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grpSp>
        <p:grpSp>
          <p:nvGrpSpPr>
            <p:cNvPr id="448" name="Gruppe 56"/>
            <p:cNvGrpSpPr/>
            <p:nvPr/>
          </p:nvGrpSpPr>
          <p:grpSpPr>
            <a:xfrm>
              <a:off x="5864400" y="6027120"/>
              <a:ext cx="413640" cy="439920"/>
              <a:chOff x="5864400" y="6027120"/>
              <a:chExt cx="413640" cy="439920"/>
            </a:xfrm>
          </p:grpSpPr>
          <p:sp>
            <p:nvSpPr>
              <p:cNvPr id="449"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450"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451"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grpSp>
      </p:grpSp>
      <p:grpSp>
        <p:nvGrpSpPr>
          <p:cNvPr id="452" name="Gruppe 80" hidden="1"/>
          <p:cNvGrpSpPr/>
          <p:nvPr/>
        </p:nvGrpSpPr>
        <p:grpSpPr>
          <a:xfrm>
            <a:off x="-3600" y="657360"/>
            <a:ext cx="405000" cy="1182240"/>
            <a:chOff x="-3600" y="657360"/>
            <a:chExt cx="405000" cy="1182240"/>
          </a:xfrm>
        </p:grpSpPr>
        <p:sp>
          <p:nvSpPr>
            <p:cNvPr id="453" name="Freeform 53"/>
            <p:cNvSpPr/>
            <p:nvPr/>
          </p:nvSpPr>
          <p:spPr>
            <a:xfrm>
              <a:off x="3283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454" name="Freeform 54"/>
            <p:cNvSpPr/>
            <p:nvPr/>
          </p:nvSpPr>
          <p:spPr>
            <a:xfrm>
              <a:off x="2365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rIns="71280" numCol="1" spcCol="0" anchor="t">
              <a:noAutofit/>
            </a:bodyPr>
            <a:lstStyle/>
            <a:p>
              <a:endParaRPr lang="da-DK" sz="1800" b="0" u="none" strike="noStrike">
                <a:solidFill>
                  <a:schemeClr val="dk1"/>
                </a:solidFill>
                <a:effectLst/>
                <a:uFillTx/>
                <a:latin typeface="Consolas"/>
              </a:endParaRPr>
            </a:p>
          </p:txBody>
        </p:sp>
        <p:sp>
          <p:nvSpPr>
            <p:cNvPr id="455" name="Freeform 55"/>
            <p:cNvSpPr/>
            <p:nvPr/>
          </p:nvSpPr>
          <p:spPr>
            <a:xfrm>
              <a:off x="12492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456" name="Freeform 56"/>
            <p:cNvSpPr/>
            <p:nvPr/>
          </p:nvSpPr>
          <p:spPr>
            <a:xfrm>
              <a:off x="-360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457" name="Freeform 57"/>
            <p:cNvSpPr/>
            <p:nvPr/>
          </p:nvSpPr>
          <p:spPr>
            <a:xfrm>
              <a:off x="-360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458" name="Freeform 58"/>
            <p:cNvSpPr/>
            <p:nvPr/>
          </p:nvSpPr>
          <p:spPr>
            <a:xfrm>
              <a:off x="-360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459" name="Freeform 59"/>
            <p:cNvSpPr/>
            <p:nvPr/>
          </p:nvSpPr>
          <p:spPr>
            <a:xfrm>
              <a:off x="-360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460" name="Freeform 60"/>
            <p:cNvSpPr/>
            <p:nvPr/>
          </p:nvSpPr>
          <p:spPr>
            <a:xfrm>
              <a:off x="-360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461" name="Freeform 61"/>
            <p:cNvSpPr/>
            <p:nvPr/>
          </p:nvSpPr>
          <p:spPr>
            <a:xfrm>
              <a:off x="-360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462" name="Freeform 62"/>
            <p:cNvSpPr/>
            <p:nvPr/>
          </p:nvSpPr>
          <p:spPr>
            <a:xfrm>
              <a:off x="-360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463" name="Freeform 63"/>
            <p:cNvSpPr/>
            <p:nvPr/>
          </p:nvSpPr>
          <p:spPr>
            <a:xfrm>
              <a:off x="-360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464" name="Freeform 64"/>
            <p:cNvSpPr/>
            <p:nvPr/>
          </p:nvSpPr>
          <p:spPr>
            <a:xfrm>
              <a:off x="-360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465" name="Freeform 65"/>
            <p:cNvSpPr/>
            <p:nvPr/>
          </p:nvSpPr>
          <p:spPr>
            <a:xfrm>
              <a:off x="-360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466" name="Freeform 66"/>
            <p:cNvSpPr/>
            <p:nvPr/>
          </p:nvSpPr>
          <p:spPr>
            <a:xfrm>
              <a:off x="-360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467" name="Freeform 67"/>
            <p:cNvSpPr/>
            <p:nvPr/>
          </p:nvSpPr>
          <p:spPr>
            <a:xfrm>
              <a:off x="-360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468" name="Freeform 68"/>
            <p:cNvSpPr/>
            <p:nvPr/>
          </p:nvSpPr>
          <p:spPr>
            <a:xfrm>
              <a:off x="-360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469" name="Freeform 69"/>
            <p:cNvSpPr/>
            <p:nvPr/>
          </p:nvSpPr>
          <p:spPr>
            <a:xfrm>
              <a:off x="-360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470" name="Freeform 70"/>
            <p:cNvSpPr/>
            <p:nvPr/>
          </p:nvSpPr>
          <p:spPr>
            <a:xfrm>
              <a:off x="-360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471" name="Freeform 71"/>
            <p:cNvSpPr/>
            <p:nvPr/>
          </p:nvSpPr>
          <p:spPr>
            <a:xfrm>
              <a:off x="-360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tIns="32040" bIns="32040" numCol="1" spcCol="0" anchor="t">
              <a:noAutofit/>
            </a:bodyPr>
            <a:lstStyle/>
            <a:p>
              <a:endParaRPr lang="da-DK" sz="1800" b="0" u="none" strike="noStrike">
                <a:solidFill>
                  <a:schemeClr val="dk1"/>
                </a:solidFill>
                <a:effectLst/>
                <a:uFillTx/>
                <a:latin typeface="Consolas"/>
              </a:endParaRPr>
            </a:p>
          </p:txBody>
        </p:sp>
      </p:grpSp>
      <p:sp>
        <p:nvSpPr>
          <p:cNvPr id="472" name="PlaceHolder 1"/>
          <p:cNvSpPr>
            <a:spLocks noGrp="1"/>
          </p:cNvSpPr>
          <p:nvPr>
            <p:ph type="pic" hasCustomPrompt="1"/>
          </p:nvPr>
        </p:nvSpPr>
        <p:spPr>
          <a:xfrm>
            <a:off x="0" y="0"/>
            <a:ext cx="12191760" cy="6857640"/>
          </a:xfrm>
          <a:prstGeom prst="rect">
            <a:avLst/>
          </a:prstGeom>
          <a:pattFill prst="wdUpDiag">
            <a:fgClr>
              <a:srgbClr val="211A52"/>
            </a:fgClr>
            <a:bgClr>
              <a:srgbClr val="FFFFFF"/>
            </a:bgClr>
          </a:pattFill>
          <a:ln w="0">
            <a:noFill/>
          </a:ln>
        </p:spPr>
        <p:txBody>
          <a:bodyPr lIns="90000" tIns="45000" rIns="90000" bIns="45000" anchor="ctr">
            <a:normAutofit/>
          </a:bodyPr>
          <a:lstStyle/>
          <a:p>
            <a:pPr indent="0" algn="l">
              <a:buNone/>
            </a:pPr>
            <a:r>
              <a:rPr lang="en-US" sz="1000" b="0" u="none" strike="noStrike">
                <a:solidFill>
                  <a:srgbClr val="000000"/>
                </a:solidFill>
                <a:effectLst/>
                <a:uFillTx/>
                <a:latin typeface="Arial"/>
              </a:rPr>
              <a:t>Double-click to add an Image</a:t>
            </a:r>
          </a:p>
        </p:txBody>
      </p:sp>
      <p:sp>
        <p:nvSpPr>
          <p:cNvPr id="473" name="PlaceHolder 2"/>
          <p:cNvSpPr>
            <a:spLocks noGrp="1"/>
          </p:cNvSpPr>
          <p:nvPr>
            <p:ph type="title" hasCustomPrompt="1"/>
          </p:nvPr>
        </p:nvSpPr>
        <p:spPr>
          <a:xfrm>
            <a:off x="2441520" y="2676600"/>
            <a:ext cx="7340760" cy="1036080"/>
          </a:xfrm>
          <a:prstGeom prst="rect">
            <a:avLst/>
          </a:prstGeom>
          <a:solidFill>
            <a:schemeClr val="lt1"/>
          </a:solidFill>
          <a:ln w="0">
            <a:noFill/>
          </a:ln>
        </p:spPr>
        <p:txBody>
          <a:bodyPr lIns="0" tIns="108000" rIns="0" bIns="0" anchor="t">
            <a:noAutofit/>
          </a:bodyPr>
          <a:lstStyle>
            <a:lvl1pPr indent="0" algn="ctr" defTabSz="914400">
              <a:lnSpc>
                <a:spcPct val="100000"/>
              </a:lnSpc>
              <a:buNone/>
              <a:defRPr lang="en-US" sz="2800" b="1" u="none" strike="noStrike" spc="300">
                <a:solidFill>
                  <a:schemeClr val="dk1"/>
                </a:solidFill>
                <a:effectLst/>
                <a:uFillTx/>
                <a:latin typeface="Consolas"/>
              </a:defRPr>
            </a:lvl1pPr>
          </a:lstStyle>
          <a:p>
            <a:pPr indent="0" algn="ctr" defTabSz="914400">
              <a:lnSpc>
                <a:spcPct val="100000"/>
              </a:lnSpc>
              <a:buNone/>
            </a:pPr>
            <a:r>
              <a:rPr lang="en-US" sz="2800" b="1" u="none" strike="noStrike" spc="300">
                <a:solidFill>
                  <a:schemeClr val="dk1"/>
                </a:solidFill>
                <a:effectLst/>
                <a:uFillTx/>
                <a:latin typeface="Consolas"/>
              </a:rPr>
              <a:t>PAUSE</a:t>
            </a:r>
            <a:br>
              <a:rPr sz="2800"/>
            </a:br>
            <a:r>
              <a:rPr lang="en-US" sz="2800" b="1" u="none" strike="noStrike" spc="300">
                <a:solidFill>
                  <a:schemeClr val="dk1"/>
                </a:solidFill>
                <a:effectLst/>
                <a:uFillTx/>
                <a:latin typeface="Consolas"/>
              </a:rPr>
              <a:t>OVERSKRIFT</a:t>
            </a:r>
          </a:p>
        </p:txBody>
      </p:sp>
      <p:grpSp>
        <p:nvGrpSpPr>
          <p:cNvPr id="474" name="Gruppe 9"/>
          <p:cNvGrpSpPr/>
          <p:nvPr/>
        </p:nvGrpSpPr>
        <p:grpSpPr>
          <a:xfrm>
            <a:off x="5466600" y="6027120"/>
            <a:ext cx="1272240" cy="668520"/>
            <a:chOff x="5466600" y="6027120"/>
            <a:chExt cx="1272240" cy="668520"/>
          </a:xfrm>
        </p:grpSpPr>
        <p:grpSp>
          <p:nvGrpSpPr>
            <p:cNvPr id="475" name="Gruppe 10"/>
            <p:cNvGrpSpPr/>
            <p:nvPr/>
          </p:nvGrpSpPr>
          <p:grpSpPr>
            <a:xfrm>
              <a:off x="5466600" y="6631920"/>
              <a:ext cx="1272240" cy="63720"/>
              <a:chOff x="5466600" y="6631920"/>
              <a:chExt cx="1272240" cy="63720"/>
            </a:xfrm>
          </p:grpSpPr>
          <p:sp>
            <p:nvSpPr>
              <p:cNvPr id="476"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5640" tIns="30600" rIns="35640" bIns="30600" numCol="1" spcCol="0" anchor="t">
                <a:noAutofit/>
              </a:bodyPr>
              <a:lstStyle/>
              <a:p>
                <a:endParaRPr lang="da-DK" sz="1800" b="0" u="none" strike="noStrike">
                  <a:solidFill>
                    <a:schemeClr val="dk1"/>
                  </a:solidFill>
                  <a:effectLst/>
                  <a:uFillTx/>
                  <a:latin typeface="Consolas"/>
                </a:endParaRPr>
              </a:p>
            </p:txBody>
          </p:sp>
          <p:sp>
            <p:nvSpPr>
              <p:cNvPr id="477"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6360" tIns="30600" rIns="36360" bIns="30600" numCol="1" spcCol="0" anchor="t">
                <a:noAutofit/>
              </a:bodyPr>
              <a:lstStyle/>
              <a:p>
                <a:endParaRPr lang="da-DK" sz="1800" b="0" u="none" strike="noStrike">
                  <a:solidFill>
                    <a:schemeClr val="dk1"/>
                  </a:solidFill>
                  <a:effectLst/>
                  <a:uFillTx/>
                  <a:latin typeface="Consolas"/>
                </a:endParaRPr>
              </a:p>
            </p:txBody>
          </p:sp>
          <p:sp>
            <p:nvSpPr>
              <p:cNvPr id="478"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479"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720" tIns="30600" rIns="27720" bIns="30600" numCol="1" spcCol="0" anchor="t">
                <a:noAutofit/>
              </a:bodyPr>
              <a:lstStyle/>
              <a:p>
                <a:endParaRPr lang="da-DK" sz="1800" b="0" u="none" strike="noStrike">
                  <a:solidFill>
                    <a:schemeClr val="dk1"/>
                  </a:solidFill>
                  <a:effectLst/>
                  <a:uFillTx/>
                  <a:latin typeface="Consolas"/>
                </a:endParaRPr>
              </a:p>
            </p:txBody>
          </p:sp>
          <p:sp>
            <p:nvSpPr>
              <p:cNvPr id="480"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2040" rIns="29160" bIns="32040" numCol="1" spcCol="0" anchor="t">
                <a:noAutofit/>
              </a:bodyPr>
              <a:lstStyle/>
              <a:p>
                <a:endParaRPr lang="da-DK" sz="1800" b="0" u="none" strike="noStrike">
                  <a:solidFill>
                    <a:schemeClr val="dk1"/>
                  </a:solidFill>
                  <a:effectLst/>
                  <a:uFillTx/>
                  <a:latin typeface="Consolas"/>
                </a:endParaRPr>
              </a:p>
            </p:txBody>
          </p:sp>
          <p:sp>
            <p:nvSpPr>
              <p:cNvPr id="481"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482"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483"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484"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485"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486"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4200" tIns="30600" rIns="34200" bIns="30600" numCol="1" spcCol="0" anchor="t">
                <a:noAutofit/>
              </a:bodyPr>
              <a:lstStyle/>
              <a:p>
                <a:endParaRPr lang="da-DK" sz="1800" b="0" u="none" strike="noStrike">
                  <a:solidFill>
                    <a:schemeClr val="dk1"/>
                  </a:solidFill>
                  <a:effectLst/>
                  <a:uFillTx/>
                  <a:latin typeface="Consolas"/>
                </a:endParaRPr>
              </a:p>
            </p:txBody>
          </p:sp>
          <p:sp>
            <p:nvSpPr>
              <p:cNvPr id="487"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488"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0600" rIns="29160" bIns="30600" numCol="1" spcCol="0" anchor="t">
                <a:noAutofit/>
              </a:bodyPr>
              <a:lstStyle/>
              <a:p>
                <a:endParaRPr lang="da-DK" sz="1800" b="0" u="none" strike="noStrike">
                  <a:solidFill>
                    <a:schemeClr val="dk1"/>
                  </a:solidFill>
                  <a:effectLst/>
                  <a:uFillTx/>
                  <a:latin typeface="Consolas"/>
                </a:endParaRPr>
              </a:p>
            </p:txBody>
          </p:sp>
          <p:sp>
            <p:nvSpPr>
              <p:cNvPr id="489"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490"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491"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492"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493"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grpSp>
        <p:grpSp>
          <p:nvGrpSpPr>
            <p:cNvPr id="494" name="Gruppe 11"/>
            <p:cNvGrpSpPr/>
            <p:nvPr/>
          </p:nvGrpSpPr>
          <p:grpSpPr>
            <a:xfrm>
              <a:off x="5864400" y="6027120"/>
              <a:ext cx="413640" cy="439920"/>
              <a:chOff x="5864400" y="6027120"/>
              <a:chExt cx="413640" cy="439920"/>
            </a:xfrm>
          </p:grpSpPr>
          <p:sp>
            <p:nvSpPr>
              <p:cNvPr id="495"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496"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497"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m. bullets">
    <p:bg>
      <p:bgPr>
        <a:solidFill>
          <a:srgbClr val="FFFFFF"/>
        </a:solidFill>
        <a:effectLst/>
      </p:bgPr>
    </p:bg>
    <p:spTree>
      <p:nvGrpSpPr>
        <p:cNvPr id="1" name=""/>
        <p:cNvGrpSpPr/>
        <p:nvPr/>
      </p:nvGrpSpPr>
      <p:grpSpPr>
        <a:xfrm>
          <a:off x="0" y="0"/>
          <a:ext cx="0" cy="0"/>
          <a:chOff x="0" y="0"/>
          <a:chExt cx="0" cy="0"/>
        </a:xfrm>
      </p:grpSpPr>
      <p:grpSp>
        <p:nvGrpSpPr>
          <p:cNvPr id="498" name="Gruppe 57"/>
          <p:cNvGrpSpPr/>
          <p:nvPr/>
        </p:nvGrpSpPr>
        <p:grpSpPr>
          <a:xfrm>
            <a:off x="5466600" y="6027120"/>
            <a:ext cx="1272240" cy="668520"/>
            <a:chOff x="5466600" y="6027120"/>
            <a:chExt cx="1272240" cy="668520"/>
          </a:xfrm>
        </p:grpSpPr>
        <p:grpSp>
          <p:nvGrpSpPr>
            <p:cNvPr id="499" name="Gruppe 55"/>
            <p:cNvGrpSpPr/>
            <p:nvPr/>
          </p:nvGrpSpPr>
          <p:grpSpPr>
            <a:xfrm>
              <a:off x="5466600" y="6631920"/>
              <a:ext cx="1272240" cy="63720"/>
              <a:chOff x="5466600" y="6631920"/>
              <a:chExt cx="1272240" cy="63720"/>
            </a:xfrm>
          </p:grpSpPr>
          <p:sp>
            <p:nvSpPr>
              <p:cNvPr id="500"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5640" tIns="30600" rIns="35640" bIns="30600" numCol="1" spcCol="0" anchor="t">
                <a:noAutofit/>
              </a:bodyPr>
              <a:lstStyle/>
              <a:p>
                <a:endParaRPr lang="da-DK" sz="1800" b="0" u="none" strike="noStrike">
                  <a:solidFill>
                    <a:schemeClr val="dk1"/>
                  </a:solidFill>
                  <a:effectLst/>
                  <a:uFillTx/>
                  <a:latin typeface="Consolas"/>
                </a:endParaRPr>
              </a:p>
            </p:txBody>
          </p:sp>
          <p:sp>
            <p:nvSpPr>
              <p:cNvPr id="501"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6360" tIns="30600" rIns="36360" bIns="30600" numCol="1" spcCol="0" anchor="t">
                <a:noAutofit/>
              </a:bodyPr>
              <a:lstStyle/>
              <a:p>
                <a:endParaRPr lang="da-DK" sz="1800" b="0" u="none" strike="noStrike">
                  <a:solidFill>
                    <a:schemeClr val="dk1"/>
                  </a:solidFill>
                  <a:effectLst/>
                  <a:uFillTx/>
                  <a:latin typeface="Consolas"/>
                </a:endParaRPr>
              </a:p>
            </p:txBody>
          </p:sp>
          <p:sp>
            <p:nvSpPr>
              <p:cNvPr id="502"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503"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720" tIns="30600" rIns="27720" bIns="30600" numCol="1" spcCol="0" anchor="t">
                <a:noAutofit/>
              </a:bodyPr>
              <a:lstStyle/>
              <a:p>
                <a:endParaRPr lang="da-DK" sz="1800" b="0" u="none" strike="noStrike">
                  <a:solidFill>
                    <a:schemeClr val="dk1"/>
                  </a:solidFill>
                  <a:effectLst/>
                  <a:uFillTx/>
                  <a:latin typeface="Consolas"/>
                </a:endParaRPr>
              </a:p>
            </p:txBody>
          </p:sp>
          <p:sp>
            <p:nvSpPr>
              <p:cNvPr id="504"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2040" rIns="29160" bIns="32040" numCol="1" spcCol="0" anchor="t">
                <a:noAutofit/>
              </a:bodyPr>
              <a:lstStyle/>
              <a:p>
                <a:endParaRPr lang="da-DK" sz="1800" b="0" u="none" strike="noStrike">
                  <a:solidFill>
                    <a:schemeClr val="dk1"/>
                  </a:solidFill>
                  <a:effectLst/>
                  <a:uFillTx/>
                  <a:latin typeface="Consolas"/>
                </a:endParaRPr>
              </a:p>
            </p:txBody>
          </p:sp>
          <p:sp>
            <p:nvSpPr>
              <p:cNvPr id="505"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506"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507"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508"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509"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510"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4200" tIns="30600" rIns="34200" bIns="30600" numCol="1" spcCol="0" anchor="t">
                <a:noAutofit/>
              </a:bodyPr>
              <a:lstStyle/>
              <a:p>
                <a:endParaRPr lang="da-DK" sz="1800" b="0" u="none" strike="noStrike">
                  <a:solidFill>
                    <a:schemeClr val="dk1"/>
                  </a:solidFill>
                  <a:effectLst/>
                  <a:uFillTx/>
                  <a:latin typeface="Consolas"/>
                </a:endParaRPr>
              </a:p>
            </p:txBody>
          </p:sp>
          <p:sp>
            <p:nvSpPr>
              <p:cNvPr id="511"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512"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0600" rIns="29160" bIns="30600" numCol="1" spcCol="0" anchor="t">
                <a:noAutofit/>
              </a:bodyPr>
              <a:lstStyle/>
              <a:p>
                <a:endParaRPr lang="da-DK" sz="1800" b="0" u="none" strike="noStrike">
                  <a:solidFill>
                    <a:schemeClr val="dk1"/>
                  </a:solidFill>
                  <a:effectLst/>
                  <a:uFillTx/>
                  <a:latin typeface="Consolas"/>
                </a:endParaRPr>
              </a:p>
            </p:txBody>
          </p:sp>
          <p:sp>
            <p:nvSpPr>
              <p:cNvPr id="513"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514"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515"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516"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517"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grpSp>
        <p:grpSp>
          <p:nvGrpSpPr>
            <p:cNvPr id="518" name="Gruppe 56"/>
            <p:cNvGrpSpPr/>
            <p:nvPr/>
          </p:nvGrpSpPr>
          <p:grpSpPr>
            <a:xfrm>
              <a:off x="5864400" y="6027120"/>
              <a:ext cx="413640" cy="439920"/>
              <a:chOff x="5864400" y="6027120"/>
              <a:chExt cx="413640" cy="439920"/>
            </a:xfrm>
          </p:grpSpPr>
          <p:sp>
            <p:nvSpPr>
              <p:cNvPr id="519"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20"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21"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grpSp>
      </p:grpSp>
      <p:grpSp>
        <p:nvGrpSpPr>
          <p:cNvPr id="522" name="Gruppe 80"/>
          <p:cNvGrpSpPr/>
          <p:nvPr/>
        </p:nvGrpSpPr>
        <p:grpSpPr>
          <a:xfrm>
            <a:off x="-3600" y="657360"/>
            <a:ext cx="405000" cy="1182240"/>
            <a:chOff x="-3600" y="657360"/>
            <a:chExt cx="405000" cy="1182240"/>
          </a:xfrm>
        </p:grpSpPr>
        <p:sp>
          <p:nvSpPr>
            <p:cNvPr id="523" name="Freeform 53"/>
            <p:cNvSpPr/>
            <p:nvPr/>
          </p:nvSpPr>
          <p:spPr>
            <a:xfrm>
              <a:off x="3283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524" name="Freeform 54"/>
            <p:cNvSpPr/>
            <p:nvPr/>
          </p:nvSpPr>
          <p:spPr>
            <a:xfrm>
              <a:off x="2365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rIns="71280" numCol="1" spcCol="0" anchor="t">
              <a:noAutofit/>
            </a:bodyPr>
            <a:lstStyle/>
            <a:p>
              <a:endParaRPr lang="da-DK" sz="1800" b="0" u="none" strike="noStrike">
                <a:solidFill>
                  <a:schemeClr val="dk1"/>
                </a:solidFill>
                <a:effectLst/>
                <a:uFillTx/>
                <a:latin typeface="Consolas"/>
              </a:endParaRPr>
            </a:p>
          </p:txBody>
        </p:sp>
        <p:sp>
          <p:nvSpPr>
            <p:cNvPr id="525" name="Freeform 55"/>
            <p:cNvSpPr/>
            <p:nvPr/>
          </p:nvSpPr>
          <p:spPr>
            <a:xfrm>
              <a:off x="12492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26" name="Freeform 56"/>
            <p:cNvSpPr/>
            <p:nvPr/>
          </p:nvSpPr>
          <p:spPr>
            <a:xfrm>
              <a:off x="-360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27" name="Freeform 57"/>
            <p:cNvSpPr/>
            <p:nvPr/>
          </p:nvSpPr>
          <p:spPr>
            <a:xfrm>
              <a:off x="-360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28" name="Freeform 58"/>
            <p:cNvSpPr/>
            <p:nvPr/>
          </p:nvSpPr>
          <p:spPr>
            <a:xfrm>
              <a:off x="-360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29" name="Freeform 59"/>
            <p:cNvSpPr/>
            <p:nvPr/>
          </p:nvSpPr>
          <p:spPr>
            <a:xfrm>
              <a:off x="-360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30" name="Freeform 60"/>
            <p:cNvSpPr/>
            <p:nvPr/>
          </p:nvSpPr>
          <p:spPr>
            <a:xfrm>
              <a:off x="-360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31" name="Freeform 61"/>
            <p:cNvSpPr/>
            <p:nvPr/>
          </p:nvSpPr>
          <p:spPr>
            <a:xfrm>
              <a:off x="-360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32" name="Freeform 62"/>
            <p:cNvSpPr/>
            <p:nvPr/>
          </p:nvSpPr>
          <p:spPr>
            <a:xfrm>
              <a:off x="-360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33" name="Freeform 63"/>
            <p:cNvSpPr/>
            <p:nvPr/>
          </p:nvSpPr>
          <p:spPr>
            <a:xfrm>
              <a:off x="-360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34" name="Freeform 64"/>
            <p:cNvSpPr/>
            <p:nvPr/>
          </p:nvSpPr>
          <p:spPr>
            <a:xfrm>
              <a:off x="-360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35" name="Freeform 65"/>
            <p:cNvSpPr/>
            <p:nvPr/>
          </p:nvSpPr>
          <p:spPr>
            <a:xfrm>
              <a:off x="-360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36" name="Freeform 66"/>
            <p:cNvSpPr/>
            <p:nvPr/>
          </p:nvSpPr>
          <p:spPr>
            <a:xfrm>
              <a:off x="-360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37" name="Freeform 67"/>
            <p:cNvSpPr/>
            <p:nvPr/>
          </p:nvSpPr>
          <p:spPr>
            <a:xfrm>
              <a:off x="-360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38" name="Freeform 68"/>
            <p:cNvSpPr/>
            <p:nvPr/>
          </p:nvSpPr>
          <p:spPr>
            <a:xfrm>
              <a:off x="-360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39" name="Freeform 69"/>
            <p:cNvSpPr/>
            <p:nvPr/>
          </p:nvSpPr>
          <p:spPr>
            <a:xfrm>
              <a:off x="-360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40" name="Freeform 70"/>
            <p:cNvSpPr/>
            <p:nvPr/>
          </p:nvSpPr>
          <p:spPr>
            <a:xfrm>
              <a:off x="-360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41" name="Freeform 71"/>
            <p:cNvSpPr/>
            <p:nvPr/>
          </p:nvSpPr>
          <p:spPr>
            <a:xfrm>
              <a:off x="-360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tIns="32040" bIns="32040" numCol="1" spcCol="0" anchor="t">
              <a:noAutofit/>
            </a:bodyPr>
            <a:lstStyle/>
            <a:p>
              <a:endParaRPr lang="da-DK" sz="1800" b="0" u="none" strike="noStrike">
                <a:solidFill>
                  <a:schemeClr val="dk1"/>
                </a:solidFill>
                <a:effectLst/>
                <a:uFillTx/>
                <a:latin typeface="Consolas"/>
              </a:endParaRPr>
            </a:p>
          </p:txBody>
        </p:sp>
      </p:grpSp>
      <p:sp>
        <p:nvSpPr>
          <p:cNvPr id="542" name="PlaceHolder 1"/>
          <p:cNvSpPr>
            <a:spLocks noGrp="1"/>
          </p:cNvSpPr>
          <p:nvPr>
            <p:ph type="sldNum" idx="5"/>
          </p:nvPr>
        </p:nvSpPr>
        <p:spPr>
          <a:xfrm>
            <a:off x="11340000" y="593280"/>
            <a:ext cx="570960" cy="226800"/>
          </a:xfrm>
          <a:prstGeom prst="rect">
            <a:avLst/>
          </a:prstGeom>
          <a:noFill/>
          <a:ln w="0">
            <a:noFill/>
          </a:ln>
        </p:spPr>
        <p:txBody>
          <a:bodyPr lIns="0" tIns="0" rIns="0" bIns="0" anchor="ctr">
            <a:noAutofit/>
          </a:bodyPr>
          <a:lstStyle>
            <a:lvl1pPr indent="0" algn="r" defTabSz="914400">
              <a:lnSpc>
                <a:spcPct val="100000"/>
              </a:lnSpc>
              <a:buNone/>
              <a:defRPr lang="en-US" sz="1000" b="1" u="none" strike="noStrike">
                <a:solidFill>
                  <a:schemeClr val="dk1">
                    <a:alpha val="70000"/>
                  </a:schemeClr>
                </a:solidFill>
                <a:effectLst/>
                <a:uFillTx/>
                <a:latin typeface="Consolas"/>
                <a:ea typeface="Montserrat Medium"/>
              </a:defRPr>
            </a:lvl1pPr>
          </a:lstStyle>
          <a:p>
            <a:pPr indent="0" algn="r" defTabSz="914400">
              <a:lnSpc>
                <a:spcPct val="100000"/>
              </a:lnSpc>
              <a:buNone/>
            </a:pPr>
            <a:fld id="{9E208B6F-19AE-4D70-A568-A66452CB2CC4}" type="slidenum">
              <a:rPr lang="en-US" sz="1000" b="1" u="none" strike="noStrike">
                <a:solidFill>
                  <a:schemeClr val="dk1">
                    <a:alpha val="70000"/>
                  </a:schemeClr>
                </a:solidFill>
                <a:effectLst/>
                <a:uFillTx/>
                <a:latin typeface="Consolas"/>
                <a:ea typeface="Montserrat Medium"/>
              </a:rPr>
              <a:t>‹#›</a:t>
            </a:fld>
            <a:endParaRPr lang="en-US" sz="1000" b="0" u="none" strike="noStrike">
              <a:solidFill>
                <a:srgbClr val="000000"/>
              </a:solidFill>
              <a:effectLst/>
              <a:uFillTx/>
              <a:latin typeface="Times New Roman"/>
            </a:endParaRPr>
          </a:p>
        </p:txBody>
      </p:sp>
      <p:sp>
        <p:nvSpPr>
          <p:cNvPr id="543" name="PlaceHolder 2"/>
          <p:cNvSpPr>
            <a:spLocks noGrp="1"/>
          </p:cNvSpPr>
          <p:nvPr>
            <p:ph type="title" hasCustomPrompt="1"/>
          </p:nvPr>
        </p:nvSpPr>
        <p:spPr>
          <a:xfrm>
            <a:off x="587520" y="370440"/>
            <a:ext cx="5149440" cy="1474200"/>
          </a:xfrm>
          <a:prstGeom prst="rect">
            <a:avLst/>
          </a:prstGeom>
          <a:noFill/>
          <a:ln w="0">
            <a:noFill/>
          </a:ln>
        </p:spPr>
        <p:txBody>
          <a:bodyPr lIns="0" tIns="191880" rIns="0" bIns="0" anchor="t">
            <a:noAutofit/>
          </a:bodyPr>
          <a:lstStyle>
            <a:lvl1pPr indent="0" algn="l" defTabSz="914400">
              <a:lnSpc>
                <a:spcPct val="100000"/>
              </a:lnSpc>
              <a:buNone/>
              <a:defRPr lang="en-US" sz="3600" b="1" u="none" strike="noStrike" spc="300">
                <a:solidFill>
                  <a:schemeClr val="dk1"/>
                </a:solidFill>
                <a:effectLst/>
                <a:uFillTx/>
                <a:latin typeface="Consolas"/>
              </a:defRPr>
            </a:lvl1pPr>
          </a:lstStyle>
          <a:p>
            <a:pPr indent="0" algn="l" defTabSz="914400">
              <a:lnSpc>
                <a:spcPct val="100000"/>
              </a:lnSpc>
              <a:buNone/>
            </a:pPr>
            <a:r>
              <a:rPr lang="en-US" sz="3600" b="1" u="none" strike="noStrike" spc="300">
                <a:solidFill>
                  <a:schemeClr val="dk1"/>
                </a:solidFill>
                <a:effectLst/>
                <a:uFillTx/>
                <a:latin typeface="Consolas"/>
              </a:rPr>
              <a:t>KLIK HER FOR AT ÆNDRE TITEL</a:t>
            </a:r>
          </a:p>
        </p:txBody>
      </p:sp>
      <p:sp>
        <p:nvSpPr>
          <p:cNvPr id="544" name="PlaceHolder 3"/>
          <p:cNvSpPr>
            <a:spLocks noGrp="1"/>
          </p:cNvSpPr>
          <p:nvPr>
            <p:ph type="body" hasCustomPrompt="1"/>
          </p:nvPr>
        </p:nvSpPr>
        <p:spPr>
          <a:xfrm>
            <a:off x="587520" y="2065320"/>
            <a:ext cx="10619640" cy="3704040"/>
          </a:xfrm>
          <a:prstGeom prst="rect">
            <a:avLst/>
          </a:prstGeom>
          <a:noFill/>
          <a:ln w="0">
            <a:noFill/>
          </a:ln>
        </p:spPr>
        <p:txBody>
          <a:bodyPr lIns="0" tIns="45720" rIns="0" bIns="45720" anchor="t">
            <a:noAutofit/>
          </a:bodyPr>
          <a:lstStyle>
            <a:lvl1pPr algn="l" defTabSz="914400">
              <a:lnSpc>
                <a:spcPct val="120000"/>
              </a:lnSpc>
              <a:spcBef>
                <a:spcPts val="1001"/>
              </a:spcBef>
              <a:buSzPct val="100051"/>
              <a:buBlip>
                <a:blip r:embed="rId2"/>
              </a:buBlip>
              <a:defRPr lang="da-DK" sz="1600" b="0" u="none" strike="noStrike">
                <a:solidFill>
                  <a:schemeClr val="dk1"/>
                </a:solidFill>
                <a:effectLst/>
                <a:uFillTx/>
                <a:latin typeface="Consolas"/>
              </a:defRPr>
            </a:lvl1pPr>
          </a:lstStyle>
          <a:p>
            <a:pPr marL="285840" indent="-285840" algn="l" defTabSz="914400">
              <a:lnSpc>
                <a:spcPct val="120000"/>
              </a:lnSpc>
              <a:spcBef>
                <a:spcPts val="1001"/>
              </a:spcBef>
              <a:buSzPct val="100051"/>
              <a:buBlip>
                <a:blip r:embed="rId2"/>
              </a:buBlip>
            </a:pPr>
            <a:r>
              <a:rPr lang="da-DK" sz="1600" b="0" u="none" strike="noStrike">
                <a:solidFill>
                  <a:schemeClr val="dk1"/>
                </a:solidFill>
                <a:effectLst/>
                <a:uFillTx/>
                <a:latin typeface="Consolas"/>
              </a:rPr>
              <a:t>Indsæt bullets</a:t>
            </a:r>
            <a:endParaRPr lang="en-US" sz="1600" b="0" u="none" strike="noStrike">
              <a:solidFill>
                <a:schemeClr val="dk1"/>
              </a:solidFill>
              <a:effectLst/>
              <a:uFillTx/>
              <a:latin typeface="Consola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Web + bullets">
    <p:bg>
      <p:bgPr>
        <a:solidFill>
          <a:srgbClr val="FFFFFF"/>
        </a:solidFill>
        <a:effectLst/>
      </p:bgPr>
    </p:bg>
    <p:spTree>
      <p:nvGrpSpPr>
        <p:cNvPr id="1" name=""/>
        <p:cNvGrpSpPr/>
        <p:nvPr/>
      </p:nvGrpSpPr>
      <p:grpSpPr>
        <a:xfrm>
          <a:off x="0" y="0"/>
          <a:ext cx="0" cy="0"/>
          <a:chOff x="0" y="0"/>
          <a:chExt cx="0" cy="0"/>
        </a:xfrm>
      </p:grpSpPr>
      <p:grpSp>
        <p:nvGrpSpPr>
          <p:cNvPr id="545" name="Gruppe 57"/>
          <p:cNvGrpSpPr/>
          <p:nvPr/>
        </p:nvGrpSpPr>
        <p:grpSpPr>
          <a:xfrm>
            <a:off x="5466600" y="6027120"/>
            <a:ext cx="1272240" cy="668520"/>
            <a:chOff x="5466600" y="6027120"/>
            <a:chExt cx="1272240" cy="668520"/>
          </a:xfrm>
        </p:grpSpPr>
        <p:grpSp>
          <p:nvGrpSpPr>
            <p:cNvPr id="546" name="Gruppe 55"/>
            <p:cNvGrpSpPr/>
            <p:nvPr/>
          </p:nvGrpSpPr>
          <p:grpSpPr>
            <a:xfrm>
              <a:off x="5466600" y="6631920"/>
              <a:ext cx="1272240" cy="63720"/>
              <a:chOff x="5466600" y="6631920"/>
              <a:chExt cx="1272240" cy="63720"/>
            </a:xfrm>
          </p:grpSpPr>
          <p:sp>
            <p:nvSpPr>
              <p:cNvPr id="547"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5640" tIns="30600" rIns="35640" bIns="30600" numCol="1" spcCol="0" anchor="t">
                <a:noAutofit/>
              </a:bodyPr>
              <a:lstStyle/>
              <a:p>
                <a:endParaRPr lang="da-DK" sz="1800" b="0" u="none" strike="noStrike">
                  <a:solidFill>
                    <a:schemeClr val="dk1"/>
                  </a:solidFill>
                  <a:effectLst/>
                  <a:uFillTx/>
                  <a:latin typeface="Consolas"/>
                </a:endParaRPr>
              </a:p>
            </p:txBody>
          </p:sp>
          <p:sp>
            <p:nvSpPr>
              <p:cNvPr id="548"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6360" tIns="30600" rIns="36360" bIns="30600" numCol="1" spcCol="0" anchor="t">
                <a:noAutofit/>
              </a:bodyPr>
              <a:lstStyle/>
              <a:p>
                <a:endParaRPr lang="da-DK" sz="1800" b="0" u="none" strike="noStrike">
                  <a:solidFill>
                    <a:schemeClr val="dk1"/>
                  </a:solidFill>
                  <a:effectLst/>
                  <a:uFillTx/>
                  <a:latin typeface="Consolas"/>
                </a:endParaRPr>
              </a:p>
            </p:txBody>
          </p:sp>
          <p:sp>
            <p:nvSpPr>
              <p:cNvPr id="549"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550"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720" tIns="30600" rIns="27720" bIns="30600" numCol="1" spcCol="0" anchor="t">
                <a:noAutofit/>
              </a:bodyPr>
              <a:lstStyle/>
              <a:p>
                <a:endParaRPr lang="da-DK" sz="1800" b="0" u="none" strike="noStrike">
                  <a:solidFill>
                    <a:schemeClr val="dk1"/>
                  </a:solidFill>
                  <a:effectLst/>
                  <a:uFillTx/>
                  <a:latin typeface="Consolas"/>
                </a:endParaRPr>
              </a:p>
            </p:txBody>
          </p:sp>
          <p:sp>
            <p:nvSpPr>
              <p:cNvPr id="551"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2040" rIns="29160" bIns="32040" numCol="1" spcCol="0" anchor="t">
                <a:noAutofit/>
              </a:bodyPr>
              <a:lstStyle/>
              <a:p>
                <a:endParaRPr lang="da-DK" sz="1800" b="0" u="none" strike="noStrike">
                  <a:solidFill>
                    <a:schemeClr val="dk1"/>
                  </a:solidFill>
                  <a:effectLst/>
                  <a:uFillTx/>
                  <a:latin typeface="Consolas"/>
                </a:endParaRPr>
              </a:p>
            </p:txBody>
          </p:sp>
          <p:sp>
            <p:nvSpPr>
              <p:cNvPr id="552"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553"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554"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555"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556"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557"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4200" tIns="30600" rIns="34200" bIns="30600" numCol="1" spcCol="0" anchor="t">
                <a:noAutofit/>
              </a:bodyPr>
              <a:lstStyle/>
              <a:p>
                <a:endParaRPr lang="da-DK" sz="1800" b="0" u="none" strike="noStrike">
                  <a:solidFill>
                    <a:schemeClr val="dk1"/>
                  </a:solidFill>
                  <a:effectLst/>
                  <a:uFillTx/>
                  <a:latin typeface="Consolas"/>
                </a:endParaRPr>
              </a:p>
            </p:txBody>
          </p:sp>
          <p:sp>
            <p:nvSpPr>
              <p:cNvPr id="558"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559"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0600" rIns="29160" bIns="30600" numCol="1" spcCol="0" anchor="t">
                <a:noAutofit/>
              </a:bodyPr>
              <a:lstStyle/>
              <a:p>
                <a:endParaRPr lang="da-DK" sz="1800" b="0" u="none" strike="noStrike">
                  <a:solidFill>
                    <a:schemeClr val="dk1"/>
                  </a:solidFill>
                  <a:effectLst/>
                  <a:uFillTx/>
                  <a:latin typeface="Consolas"/>
                </a:endParaRPr>
              </a:p>
            </p:txBody>
          </p:sp>
          <p:sp>
            <p:nvSpPr>
              <p:cNvPr id="560"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561"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562"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563"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564"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grpSp>
        <p:grpSp>
          <p:nvGrpSpPr>
            <p:cNvPr id="565" name="Gruppe 56"/>
            <p:cNvGrpSpPr/>
            <p:nvPr/>
          </p:nvGrpSpPr>
          <p:grpSpPr>
            <a:xfrm>
              <a:off x="5864400" y="6027120"/>
              <a:ext cx="413640" cy="439920"/>
              <a:chOff x="5864400" y="6027120"/>
              <a:chExt cx="413640" cy="439920"/>
            </a:xfrm>
          </p:grpSpPr>
          <p:sp>
            <p:nvSpPr>
              <p:cNvPr id="566"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67"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68"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grpSp>
      </p:grpSp>
      <p:grpSp>
        <p:nvGrpSpPr>
          <p:cNvPr id="569" name="Gruppe 80"/>
          <p:cNvGrpSpPr/>
          <p:nvPr/>
        </p:nvGrpSpPr>
        <p:grpSpPr>
          <a:xfrm>
            <a:off x="-3600" y="657360"/>
            <a:ext cx="405000" cy="1182240"/>
            <a:chOff x="-3600" y="657360"/>
            <a:chExt cx="405000" cy="1182240"/>
          </a:xfrm>
        </p:grpSpPr>
        <p:sp>
          <p:nvSpPr>
            <p:cNvPr id="570" name="Freeform 53"/>
            <p:cNvSpPr/>
            <p:nvPr/>
          </p:nvSpPr>
          <p:spPr>
            <a:xfrm>
              <a:off x="3283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571" name="Freeform 54"/>
            <p:cNvSpPr/>
            <p:nvPr/>
          </p:nvSpPr>
          <p:spPr>
            <a:xfrm>
              <a:off x="2365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rIns="71280" numCol="1" spcCol="0" anchor="t">
              <a:noAutofit/>
            </a:bodyPr>
            <a:lstStyle/>
            <a:p>
              <a:endParaRPr lang="da-DK" sz="1800" b="0" u="none" strike="noStrike">
                <a:solidFill>
                  <a:schemeClr val="dk1"/>
                </a:solidFill>
                <a:effectLst/>
                <a:uFillTx/>
                <a:latin typeface="Consolas"/>
              </a:endParaRPr>
            </a:p>
          </p:txBody>
        </p:sp>
        <p:sp>
          <p:nvSpPr>
            <p:cNvPr id="572" name="Freeform 55"/>
            <p:cNvSpPr/>
            <p:nvPr/>
          </p:nvSpPr>
          <p:spPr>
            <a:xfrm>
              <a:off x="12492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73" name="Freeform 56"/>
            <p:cNvSpPr/>
            <p:nvPr/>
          </p:nvSpPr>
          <p:spPr>
            <a:xfrm>
              <a:off x="-360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74" name="Freeform 57"/>
            <p:cNvSpPr/>
            <p:nvPr/>
          </p:nvSpPr>
          <p:spPr>
            <a:xfrm>
              <a:off x="-360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75" name="Freeform 58"/>
            <p:cNvSpPr/>
            <p:nvPr/>
          </p:nvSpPr>
          <p:spPr>
            <a:xfrm>
              <a:off x="-360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76" name="Freeform 59"/>
            <p:cNvSpPr/>
            <p:nvPr/>
          </p:nvSpPr>
          <p:spPr>
            <a:xfrm>
              <a:off x="-360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77" name="Freeform 60"/>
            <p:cNvSpPr/>
            <p:nvPr/>
          </p:nvSpPr>
          <p:spPr>
            <a:xfrm>
              <a:off x="-360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78" name="Freeform 61"/>
            <p:cNvSpPr/>
            <p:nvPr/>
          </p:nvSpPr>
          <p:spPr>
            <a:xfrm>
              <a:off x="-360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79" name="Freeform 62"/>
            <p:cNvSpPr/>
            <p:nvPr/>
          </p:nvSpPr>
          <p:spPr>
            <a:xfrm>
              <a:off x="-360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80" name="Freeform 63"/>
            <p:cNvSpPr/>
            <p:nvPr/>
          </p:nvSpPr>
          <p:spPr>
            <a:xfrm>
              <a:off x="-360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81" name="Freeform 64"/>
            <p:cNvSpPr/>
            <p:nvPr/>
          </p:nvSpPr>
          <p:spPr>
            <a:xfrm>
              <a:off x="-360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82" name="Freeform 65"/>
            <p:cNvSpPr/>
            <p:nvPr/>
          </p:nvSpPr>
          <p:spPr>
            <a:xfrm>
              <a:off x="-360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83" name="Freeform 66"/>
            <p:cNvSpPr/>
            <p:nvPr/>
          </p:nvSpPr>
          <p:spPr>
            <a:xfrm>
              <a:off x="-360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84" name="Freeform 67"/>
            <p:cNvSpPr/>
            <p:nvPr/>
          </p:nvSpPr>
          <p:spPr>
            <a:xfrm>
              <a:off x="-360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85" name="Freeform 68"/>
            <p:cNvSpPr/>
            <p:nvPr/>
          </p:nvSpPr>
          <p:spPr>
            <a:xfrm>
              <a:off x="-360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86" name="Freeform 69"/>
            <p:cNvSpPr/>
            <p:nvPr/>
          </p:nvSpPr>
          <p:spPr>
            <a:xfrm>
              <a:off x="-360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87" name="Freeform 70"/>
            <p:cNvSpPr/>
            <p:nvPr/>
          </p:nvSpPr>
          <p:spPr>
            <a:xfrm>
              <a:off x="-360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88" name="Freeform 71"/>
            <p:cNvSpPr/>
            <p:nvPr/>
          </p:nvSpPr>
          <p:spPr>
            <a:xfrm>
              <a:off x="-360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tIns="32040" bIns="32040" numCol="1" spcCol="0" anchor="t">
              <a:noAutofit/>
            </a:bodyPr>
            <a:lstStyle/>
            <a:p>
              <a:endParaRPr lang="da-DK" sz="1800" b="0" u="none" strike="noStrike">
                <a:solidFill>
                  <a:schemeClr val="dk1"/>
                </a:solidFill>
                <a:effectLst/>
                <a:uFillTx/>
                <a:latin typeface="Consolas"/>
              </a:endParaRPr>
            </a:p>
          </p:txBody>
        </p:sp>
      </p:grpSp>
      <p:sp>
        <p:nvSpPr>
          <p:cNvPr id="589" name="PlaceHolder 1"/>
          <p:cNvSpPr>
            <a:spLocks noGrp="1"/>
          </p:cNvSpPr>
          <p:nvPr>
            <p:ph type="sldNum" idx="6"/>
          </p:nvPr>
        </p:nvSpPr>
        <p:spPr>
          <a:xfrm>
            <a:off x="11340000" y="593280"/>
            <a:ext cx="570960" cy="226800"/>
          </a:xfrm>
          <a:prstGeom prst="rect">
            <a:avLst/>
          </a:prstGeom>
          <a:noFill/>
          <a:ln w="0">
            <a:noFill/>
          </a:ln>
        </p:spPr>
        <p:txBody>
          <a:bodyPr lIns="0" tIns="0" rIns="0" bIns="0" anchor="ctr">
            <a:noAutofit/>
          </a:bodyPr>
          <a:lstStyle>
            <a:lvl1pPr indent="0" algn="r" defTabSz="914400">
              <a:lnSpc>
                <a:spcPct val="100000"/>
              </a:lnSpc>
              <a:buNone/>
              <a:defRPr lang="en-US" sz="1000" b="1" u="none" strike="noStrike">
                <a:solidFill>
                  <a:schemeClr val="dk1">
                    <a:alpha val="70000"/>
                  </a:schemeClr>
                </a:solidFill>
                <a:effectLst/>
                <a:uFillTx/>
                <a:latin typeface="Consolas"/>
                <a:ea typeface="Montserrat Medium"/>
              </a:defRPr>
            </a:lvl1pPr>
          </a:lstStyle>
          <a:p>
            <a:pPr indent="0" algn="r" defTabSz="914400">
              <a:lnSpc>
                <a:spcPct val="100000"/>
              </a:lnSpc>
              <a:buNone/>
            </a:pPr>
            <a:fld id="{142D9F7A-40CA-47BE-9001-4FF01D31967B}" type="slidenum">
              <a:rPr lang="en-US" sz="1000" b="1" u="none" strike="noStrike">
                <a:solidFill>
                  <a:schemeClr val="dk1">
                    <a:alpha val="70000"/>
                  </a:schemeClr>
                </a:solidFill>
                <a:effectLst/>
                <a:uFillTx/>
                <a:latin typeface="Consolas"/>
                <a:ea typeface="Montserrat Medium"/>
              </a:rPr>
              <a:t>‹#›</a:t>
            </a:fld>
            <a:endParaRPr lang="en-US" sz="1000" b="0" u="none" strike="noStrike">
              <a:solidFill>
                <a:srgbClr val="000000"/>
              </a:solidFill>
              <a:effectLst/>
              <a:uFillTx/>
              <a:latin typeface="Times New Roman"/>
            </a:endParaRPr>
          </a:p>
        </p:txBody>
      </p:sp>
      <p:grpSp>
        <p:nvGrpSpPr>
          <p:cNvPr id="590" name="Gruppe 29"/>
          <p:cNvGrpSpPr/>
          <p:nvPr/>
        </p:nvGrpSpPr>
        <p:grpSpPr>
          <a:xfrm>
            <a:off x="0" y="657360"/>
            <a:ext cx="405000" cy="1182240"/>
            <a:chOff x="0" y="657360"/>
            <a:chExt cx="405000" cy="1182240"/>
          </a:xfrm>
        </p:grpSpPr>
        <p:sp>
          <p:nvSpPr>
            <p:cNvPr id="591" name="Freeform 53"/>
            <p:cNvSpPr/>
            <p:nvPr/>
          </p:nvSpPr>
          <p:spPr>
            <a:xfrm>
              <a:off x="3319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592" name="Freeform 54"/>
            <p:cNvSpPr/>
            <p:nvPr/>
          </p:nvSpPr>
          <p:spPr>
            <a:xfrm>
              <a:off x="2401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rIns="71280" numCol="1" spcCol="0" anchor="t">
              <a:noAutofit/>
            </a:bodyPr>
            <a:lstStyle/>
            <a:p>
              <a:endParaRPr lang="da-DK" sz="1800" b="0" u="none" strike="noStrike">
                <a:solidFill>
                  <a:schemeClr val="dk1"/>
                </a:solidFill>
                <a:effectLst/>
                <a:uFillTx/>
                <a:latin typeface="Consolas"/>
              </a:endParaRPr>
            </a:p>
          </p:txBody>
        </p:sp>
        <p:sp>
          <p:nvSpPr>
            <p:cNvPr id="593" name="Freeform 55"/>
            <p:cNvSpPr/>
            <p:nvPr/>
          </p:nvSpPr>
          <p:spPr>
            <a:xfrm>
              <a:off x="12816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94" name="Freeform 56"/>
            <p:cNvSpPr/>
            <p:nvPr/>
          </p:nvSpPr>
          <p:spPr>
            <a:xfrm>
              <a:off x="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95" name="Freeform 57"/>
            <p:cNvSpPr/>
            <p:nvPr/>
          </p:nvSpPr>
          <p:spPr>
            <a:xfrm>
              <a:off x="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96" name="Freeform 58"/>
            <p:cNvSpPr/>
            <p:nvPr/>
          </p:nvSpPr>
          <p:spPr>
            <a:xfrm>
              <a:off x="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97" name="Freeform 59"/>
            <p:cNvSpPr/>
            <p:nvPr/>
          </p:nvSpPr>
          <p:spPr>
            <a:xfrm>
              <a:off x="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98" name="Freeform 60"/>
            <p:cNvSpPr/>
            <p:nvPr/>
          </p:nvSpPr>
          <p:spPr>
            <a:xfrm>
              <a:off x="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599" name="Freeform 61"/>
            <p:cNvSpPr/>
            <p:nvPr/>
          </p:nvSpPr>
          <p:spPr>
            <a:xfrm>
              <a:off x="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00" name="Freeform 62"/>
            <p:cNvSpPr/>
            <p:nvPr/>
          </p:nvSpPr>
          <p:spPr>
            <a:xfrm>
              <a:off x="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01" name="Freeform 63"/>
            <p:cNvSpPr/>
            <p:nvPr/>
          </p:nvSpPr>
          <p:spPr>
            <a:xfrm>
              <a:off x="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02" name="Freeform 64"/>
            <p:cNvSpPr/>
            <p:nvPr/>
          </p:nvSpPr>
          <p:spPr>
            <a:xfrm>
              <a:off x="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03" name="Freeform 65"/>
            <p:cNvSpPr/>
            <p:nvPr/>
          </p:nvSpPr>
          <p:spPr>
            <a:xfrm>
              <a:off x="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04" name="Freeform 66"/>
            <p:cNvSpPr/>
            <p:nvPr/>
          </p:nvSpPr>
          <p:spPr>
            <a:xfrm>
              <a:off x="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05" name="Freeform 67"/>
            <p:cNvSpPr/>
            <p:nvPr/>
          </p:nvSpPr>
          <p:spPr>
            <a:xfrm>
              <a:off x="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06" name="Freeform 68"/>
            <p:cNvSpPr/>
            <p:nvPr/>
          </p:nvSpPr>
          <p:spPr>
            <a:xfrm>
              <a:off x="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07" name="Freeform 69"/>
            <p:cNvSpPr/>
            <p:nvPr/>
          </p:nvSpPr>
          <p:spPr>
            <a:xfrm>
              <a:off x="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08" name="Freeform 70"/>
            <p:cNvSpPr/>
            <p:nvPr/>
          </p:nvSpPr>
          <p:spPr>
            <a:xfrm>
              <a:off x="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09" name="Freeform 71"/>
            <p:cNvSpPr/>
            <p:nvPr/>
          </p:nvSpPr>
          <p:spPr>
            <a:xfrm>
              <a:off x="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tIns="32040" bIns="32040" numCol="1" spcCol="0" anchor="t">
              <a:noAutofit/>
            </a:bodyPr>
            <a:lstStyle/>
            <a:p>
              <a:endParaRPr lang="da-DK" sz="1800" b="0" u="none" strike="noStrike">
                <a:solidFill>
                  <a:schemeClr val="dk1"/>
                </a:solidFill>
                <a:effectLst/>
                <a:uFillTx/>
                <a:latin typeface="Consolas"/>
              </a:endParaRPr>
            </a:p>
          </p:txBody>
        </p:sp>
      </p:grpSp>
      <p:sp>
        <p:nvSpPr>
          <p:cNvPr id="610" name="PlaceHolder 2"/>
          <p:cNvSpPr>
            <a:spLocks noGrp="1"/>
          </p:cNvSpPr>
          <p:nvPr>
            <p:ph type="title" hasCustomPrompt="1"/>
          </p:nvPr>
        </p:nvSpPr>
        <p:spPr>
          <a:xfrm>
            <a:off x="587520" y="370800"/>
            <a:ext cx="4516200" cy="1473480"/>
          </a:xfrm>
          <a:prstGeom prst="rect">
            <a:avLst/>
          </a:prstGeom>
          <a:noFill/>
          <a:ln w="0">
            <a:noFill/>
          </a:ln>
        </p:spPr>
        <p:txBody>
          <a:bodyPr lIns="0" tIns="191880" rIns="0" bIns="0" anchor="t">
            <a:noAutofit/>
          </a:bodyPr>
          <a:lstStyle>
            <a:lvl1pPr indent="0" algn="l" defTabSz="914400">
              <a:lnSpc>
                <a:spcPct val="100000"/>
              </a:lnSpc>
              <a:buNone/>
              <a:defRPr lang="en-US" sz="3600" b="1" u="none" strike="noStrike" spc="300">
                <a:solidFill>
                  <a:schemeClr val="dk1"/>
                </a:solidFill>
                <a:effectLst/>
                <a:uFillTx/>
                <a:latin typeface="Consolas"/>
              </a:defRPr>
            </a:lvl1pPr>
          </a:lstStyle>
          <a:p>
            <a:pPr indent="0" algn="l" defTabSz="914400">
              <a:lnSpc>
                <a:spcPct val="100000"/>
              </a:lnSpc>
              <a:buNone/>
            </a:pPr>
            <a:r>
              <a:rPr lang="en-US" sz="3600" b="1" u="none" strike="noStrike" spc="300">
                <a:solidFill>
                  <a:schemeClr val="dk1"/>
                </a:solidFill>
                <a:effectLst/>
                <a:uFillTx/>
                <a:latin typeface="Consolas"/>
              </a:rPr>
              <a:t>KLIK HER FOR AT ÆNDRE TITEL</a:t>
            </a:r>
          </a:p>
        </p:txBody>
      </p:sp>
      <p:pic>
        <p:nvPicPr>
          <p:cNvPr id="611" name="Billede 26"/>
          <p:cNvPicPr/>
          <p:nvPr/>
        </p:nvPicPr>
        <p:blipFill>
          <a:blip r:embed="rId2"/>
          <a:stretch/>
        </p:blipFill>
        <p:spPr>
          <a:xfrm>
            <a:off x="5670720" y="820440"/>
            <a:ext cx="6942960" cy="5825160"/>
          </a:xfrm>
          <a:prstGeom prst="rect">
            <a:avLst/>
          </a:prstGeom>
          <a:noFill/>
          <a:ln w="0">
            <a:noFill/>
          </a:ln>
        </p:spPr>
      </p:pic>
      <p:sp>
        <p:nvSpPr>
          <p:cNvPr id="612" name="PlaceHolder 3"/>
          <p:cNvSpPr>
            <a:spLocks noGrp="1"/>
          </p:cNvSpPr>
          <p:nvPr>
            <p:ph type="pic" hasCustomPrompt="1"/>
          </p:nvPr>
        </p:nvSpPr>
        <p:spPr>
          <a:xfrm>
            <a:off x="5953680" y="1240560"/>
            <a:ext cx="6237720" cy="3502800"/>
          </a:xfrm>
          <a:prstGeom prst="rect">
            <a:avLst/>
          </a:prstGeom>
          <a:pattFill prst="wdUpDiag">
            <a:fgClr>
              <a:srgbClr val="211A52"/>
            </a:fgClr>
            <a:bgClr>
              <a:srgbClr val="FFFFFF"/>
            </a:bgClr>
          </a:pattFill>
          <a:ln w="0">
            <a:noFill/>
          </a:ln>
        </p:spPr>
        <p:txBody>
          <a:bodyPr lIns="90000" tIns="45000" rIns="90000" bIns="45000" anchor="ctr">
            <a:normAutofit/>
          </a:bodyPr>
          <a:lstStyle/>
          <a:p>
            <a:pPr indent="0" algn="l">
              <a:buNone/>
            </a:pPr>
            <a:r>
              <a:rPr lang="en-US" sz="1000" b="0" u="none" strike="noStrike">
                <a:solidFill>
                  <a:srgbClr val="000000"/>
                </a:solidFill>
                <a:effectLst/>
                <a:uFillTx/>
                <a:latin typeface="Arial"/>
              </a:rPr>
              <a:t>Double-click to add an Image</a:t>
            </a:r>
          </a:p>
        </p:txBody>
      </p:sp>
      <p:sp>
        <p:nvSpPr>
          <p:cNvPr id="613" name="PlaceHolder 4"/>
          <p:cNvSpPr>
            <a:spLocks noGrp="1"/>
          </p:cNvSpPr>
          <p:nvPr>
            <p:ph type="body" hasCustomPrompt="1"/>
          </p:nvPr>
        </p:nvSpPr>
        <p:spPr>
          <a:xfrm>
            <a:off x="587520" y="2065320"/>
            <a:ext cx="4516200" cy="3242880"/>
          </a:xfrm>
          <a:prstGeom prst="rect">
            <a:avLst/>
          </a:prstGeom>
          <a:noFill/>
          <a:ln w="0">
            <a:noFill/>
          </a:ln>
        </p:spPr>
        <p:txBody>
          <a:bodyPr lIns="0" tIns="45720" rIns="0" bIns="45720" anchor="t">
            <a:noAutofit/>
          </a:bodyPr>
          <a:lstStyle>
            <a:lvl1pPr algn="l" defTabSz="914400">
              <a:lnSpc>
                <a:spcPct val="120000"/>
              </a:lnSpc>
              <a:spcBef>
                <a:spcPts val="1001"/>
              </a:spcBef>
              <a:buSzPct val="100051"/>
              <a:buBlip>
                <a:blip r:embed="rId3"/>
              </a:buBlip>
              <a:defRPr lang="da-DK" sz="1600" b="0" u="none" strike="noStrike">
                <a:solidFill>
                  <a:schemeClr val="dk1"/>
                </a:solidFill>
                <a:effectLst/>
                <a:uFillTx/>
                <a:latin typeface="Consolas"/>
              </a:defRPr>
            </a:lvl1pPr>
          </a:lstStyle>
          <a:p>
            <a:pPr marL="285840" indent="-285840" algn="l" defTabSz="914400">
              <a:lnSpc>
                <a:spcPct val="120000"/>
              </a:lnSpc>
              <a:spcBef>
                <a:spcPts val="1001"/>
              </a:spcBef>
              <a:buSzPct val="100051"/>
              <a:buBlip>
                <a:blip r:embed="rId3"/>
              </a:buBlip>
            </a:pPr>
            <a:r>
              <a:rPr lang="da-DK" sz="1600" b="0" u="none" strike="noStrike">
                <a:solidFill>
                  <a:schemeClr val="dk1"/>
                </a:solidFill>
                <a:effectLst/>
                <a:uFillTx/>
                <a:latin typeface="Consolas"/>
              </a:rPr>
              <a:t>Indsæt bullets</a:t>
            </a:r>
            <a:endParaRPr lang="en-US" sz="1600" b="0" u="none" strike="noStrike">
              <a:solidFill>
                <a:schemeClr val="dk1"/>
              </a:solidFill>
              <a:effectLst/>
              <a:uFillTx/>
              <a:latin typeface="Consola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Diagram - højre">
    <p:bg>
      <p:bgPr>
        <a:solidFill>
          <a:srgbClr val="FFFFFF"/>
        </a:solidFill>
        <a:effectLst/>
      </p:bgPr>
    </p:bg>
    <p:spTree>
      <p:nvGrpSpPr>
        <p:cNvPr id="1" name=""/>
        <p:cNvGrpSpPr/>
        <p:nvPr/>
      </p:nvGrpSpPr>
      <p:grpSpPr>
        <a:xfrm>
          <a:off x="0" y="0"/>
          <a:ext cx="0" cy="0"/>
          <a:chOff x="0" y="0"/>
          <a:chExt cx="0" cy="0"/>
        </a:xfrm>
      </p:grpSpPr>
      <p:grpSp>
        <p:nvGrpSpPr>
          <p:cNvPr id="614" name="Gruppe 57"/>
          <p:cNvGrpSpPr/>
          <p:nvPr/>
        </p:nvGrpSpPr>
        <p:grpSpPr>
          <a:xfrm>
            <a:off x="5466600" y="6027120"/>
            <a:ext cx="1272240" cy="668520"/>
            <a:chOff x="5466600" y="6027120"/>
            <a:chExt cx="1272240" cy="668520"/>
          </a:xfrm>
        </p:grpSpPr>
        <p:grpSp>
          <p:nvGrpSpPr>
            <p:cNvPr id="615" name="Gruppe 55"/>
            <p:cNvGrpSpPr/>
            <p:nvPr/>
          </p:nvGrpSpPr>
          <p:grpSpPr>
            <a:xfrm>
              <a:off x="5466600" y="6631920"/>
              <a:ext cx="1272240" cy="63720"/>
              <a:chOff x="5466600" y="6631920"/>
              <a:chExt cx="1272240" cy="63720"/>
            </a:xfrm>
          </p:grpSpPr>
          <p:sp>
            <p:nvSpPr>
              <p:cNvPr id="616"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5640" tIns="30600" rIns="35640" bIns="30600" numCol="1" spcCol="0" anchor="t">
                <a:noAutofit/>
              </a:bodyPr>
              <a:lstStyle/>
              <a:p>
                <a:endParaRPr lang="da-DK" sz="1800" b="0" u="none" strike="noStrike">
                  <a:solidFill>
                    <a:schemeClr val="dk1"/>
                  </a:solidFill>
                  <a:effectLst/>
                  <a:uFillTx/>
                  <a:latin typeface="Consolas"/>
                </a:endParaRPr>
              </a:p>
            </p:txBody>
          </p:sp>
          <p:sp>
            <p:nvSpPr>
              <p:cNvPr id="617"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6360" tIns="30600" rIns="36360" bIns="30600" numCol="1" spcCol="0" anchor="t">
                <a:noAutofit/>
              </a:bodyPr>
              <a:lstStyle/>
              <a:p>
                <a:endParaRPr lang="da-DK" sz="1800" b="0" u="none" strike="noStrike">
                  <a:solidFill>
                    <a:schemeClr val="dk1"/>
                  </a:solidFill>
                  <a:effectLst/>
                  <a:uFillTx/>
                  <a:latin typeface="Consolas"/>
                </a:endParaRPr>
              </a:p>
            </p:txBody>
          </p:sp>
          <p:sp>
            <p:nvSpPr>
              <p:cNvPr id="618"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619"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720" tIns="30600" rIns="27720" bIns="30600" numCol="1" spcCol="0" anchor="t">
                <a:noAutofit/>
              </a:bodyPr>
              <a:lstStyle/>
              <a:p>
                <a:endParaRPr lang="da-DK" sz="1800" b="0" u="none" strike="noStrike">
                  <a:solidFill>
                    <a:schemeClr val="dk1"/>
                  </a:solidFill>
                  <a:effectLst/>
                  <a:uFillTx/>
                  <a:latin typeface="Consolas"/>
                </a:endParaRPr>
              </a:p>
            </p:txBody>
          </p:sp>
          <p:sp>
            <p:nvSpPr>
              <p:cNvPr id="620"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2040" rIns="29160" bIns="32040" numCol="1" spcCol="0" anchor="t">
                <a:noAutofit/>
              </a:bodyPr>
              <a:lstStyle/>
              <a:p>
                <a:endParaRPr lang="da-DK" sz="1800" b="0" u="none" strike="noStrike">
                  <a:solidFill>
                    <a:schemeClr val="dk1"/>
                  </a:solidFill>
                  <a:effectLst/>
                  <a:uFillTx/>
                  <a:latin typeface="Consolas"/>
                </a:endParaRPr>
              </a:p>
            </p:txBody>
          </p:sp>
          <p:sp>
            <p:nvSpPr>
              <p:cNvPr id="621"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622"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623"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624"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625"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626"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4200" tIns="30600" rIns="34200" bIns="30600" numCol="1" spcCol="0" anchor="t">
                <a:noAutofit/>
              </a:bodyPr>
              <a:lstStyle/>
              <a:p>
                <a:endParaRPr lang="da-DK" sz="1800" b="0" u="none" strike="noStrike">
                  <a:solidFill>
                    <a:schemeClr val="dk1"/>
                  </a:solidFill>
                  <a:effectLst/>
                  <a:uFillTx/>
                  <a:latin typeface="Consolas"/>
                </a:endParaRPr>
              </a:p>
            </p:txBody>
          </p:sp>
          <p:sp>
            <p:nvSpPr>
              <p:cNvPr id="627"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628"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0600" rIns="29160" bIns="30600" numCol="1" spcCol="0" anchor="t">
                <a:noAutofit/>
              </a:bodyPr>
              <a:lstStyle/>
              <a:p>
                <a:endParaRPr lang="da-DK" sz="1800" b="0" u="none" strike="noStrike">
                  <a:solidFill>
                    <a:schemeClr val="dk1"/>
                  </a:solidFill>
                  <a:effectLst/>
                  <a:uFillTx/>
                  <a:latin typeface="Consolas"/>
                </a:endParaRPr>
              </a:p>
            </p:txBody>
          </p:sp>
          <p:sp>
            <p:nvSpPr>
              <p:cNvPr id="629"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630"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631"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632"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633"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grpSp>
        <p:grpSp>
          <p:nvGrpSpPr>
            <p:cNvPr id="634" name="Gruppe 56"/>
            <p:cNvGrpSpPr/>
            <p:nvPr/>
          </p:nvGrpSpPr>
          <p:grpSpPr>
            <a:xfrm>
              <a:off x="5864400" y="6027120"/>
              <a:ext cx="413640" cy="439920"/>
              <a:chOff x="5864400" y="6027120"/>
              <a:chExt cx="413640" cy="439920"/>
            </a:xfrm>
          </p:grpSpPr>
          <p:sp>
            <p:nvSpPr>
              <p:cNvPr id="635"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36"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37"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grpSp>
      </p:grpSp>
      <p:grpSp>
        <p:nvGrpSpPr>
          <p:cNvPr id="638" name="Gruppe 80"/>
          <p:cNvGrpSpPr/>
          <p:nvPr/>
        </p:nvGrpSpPr>
        <p:grpSpPr>
          <a:xfrm>
            <a:off x="-3600" y="657360"/>
            <a:ext cx="405000" cy="1182240"/>
            <a:chOff x="-3600" y="657360"/>
            <a:chExt cx="405000" cy="1182240"/>
          </a:xfrm>
        </p:grpSpPr>
        <p:sp>
          <p:nvSpPr>
            <p:cNvPr id="639" name="Freeform 53"/>
            <p:cNvSpPr/>
            <p:nvPr/>
          </p:nvSpPr>
          <p:spPr>
            <a:xfrm>
              <a:off x="3283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640" name="Freeform 54"/>
            <p:cNvSpPr/>
            <p:nvPr/>
          </p:nvSpPr>
          <p:spPr>
            <a:xfrm>
              <a:off x="2365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rIns="71280" numCol="1" spcCol="0" anchor="t">
              <a:noAutofit/>
            </a:bodyPr>
            <a:lstStyle/>
            <a:p>
              <a:endParaRPr lang="da-DK" sz="1800" b="0" u="none" strike="noStrike">
                <a:solidFill>
                  <a:schemeClr val="dk1"/>
                </a:solidFill>
                <a:effectLst/>
                <a:uFillTx/>
                <a:latin typeface="Consolas"/>
              </a:endParaRPr>
            </a:p>
          </p:txBody>
        </p:sp>
        <p:sp>
          <p:nvSpPr>
            <p:cNvPr id="641" name="Freeform 55"/>
            <p:cNvSpPr/>
            <p:nvPr/>
          </p:nvSpPr>
          <p:spPr>
            <a:xfrm>
              <a:off x="12492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42" name="Freeform 56"/>
            <p:cNvSpPr/>
            <p:nvPr/>
          </p:nvSpPr>
          <p:spPr>
            <a:xfrm>
              <a:off x="-360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43" name="Freeform 57"/>
            <p:cNvSpPr/>
            <p:nvPr/>
          </p:nvSpPr>
          <p:spPr>
            <a:xfrm>
              <a:off x="-360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44" name="Freeform 58"/>
            <p:cNvSpPr/>
            <p:nvPr/>
          </p:nvSpPr>
          <p:spPr>
            <a:xfrm>
              <a:off x="-360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45" name="Freeform 59"/>
            <p:cNvSpPr/>
            <p:nvPr/>
          </p:nvSpPr>
          <p:spPr>
            <a:xfrm>
              <a:off x="-360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46" name="Freeform 60"/>
            <p:cNvSpPr/>
            <p:nvPr/>
          </p:nvSpPr>
          <p:spPr>
            <a:xfrm>
              <a:off x="-360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47" name="Freeform 61"/>
            <p:cNvSpPr/>
            <p:nvPr/>
          </p:nvSpPr>
          <p:spPr>
            <a:xfrm>
              <a:off x="-360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48" name="Freeform 62"/>
            <p:cNvSpPr/>
            <p:nvPr/>
          </p:nvSpPr>
          <p:spPr>
            <a:xfrm>
              <a:off x="-360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49" name="Freeform 63"/>
            <p:cNvSpPr/>
            <p:nvPr/>
          </p:nvSpPr>
          <p:spPr>
            <a:xfrm>
              <a:off x="-360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50" name="Freeform 64"/>
            <p:cNvSpPr/>
            <p:nvPr/>
          </p:nvSpPr>
          <p:spPr>
            <a:xfrm>
              <a:off x="-360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51" name="Freeform 65"/>
            <p:cNvSpPr/>
            <p:nvPr/>
          </p:nvSpPr>
          <p:spPr>
            <a:xfrm>
              <a:off x="-360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52" name="Freeform 66"/>
            <p:cNvSpPr/>
            <p:nvPr/>
          </p:nvSpPr>
          <p:spPr>
            <a:xfrm>
              <a:off x="-360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53" name="Freeform 67"/>
            <p:cNvSpPr/>
            <p:nvPr/>
          </p:nvSpPr>
          <p:spPr>
            <a:xfrm>
              <a:off x="-360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54" name="Freeform 68"/>
            <p:cNvSpPr/>
            <p:nvPr/>
          </p:nvSpPr>
          <p:spPr>
            <a:xfrm>
              <a:off x="-360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55" name="Freeform 69"/>
            <p:cNvSpPr/>
            <p:nvPr/>
          </p:nvSpPr>
          <p:spPr>
            <a:xfrm>
              <a:off x="-360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56" name="Freeform 70"/>
            <p:cNvSpPr/>
            <p:nvPr/>
          </p:nvSpPr>
          <p:spPr>
            <a:xfrm>
              <a:off x="-360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57" name="Freeform 71"/>
            <p:cNvSpPr/>
            <p:nvPr/>
          </p:nvSpPr>
          <p:spPr>
            <a:xfrm>
              <a:off x="-360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tIns="32040" bIns="32040" numCol="1" spcCol="0" anchor="t">
              <a:noAutofit/>
            </a:bodyPr>
            <a:lstStyle/>
            <a:p>
              <a:endParaRPr lang="da-DK" sz="1800" b="0" u="none" strike="noStrike">
                <a:solidFill>
                  <a:schemeClr val="dk1"/>
                </a:solidFill>
                <a:effectLst/>
                <a:uFillTx/>
                <a:latin typeface="Consolas"/>
              </a:endParaRPr>
            </a:p>
          </p:txBody>
        </p:sp>
      </p:grpSp>
      <p:sp>
        <p:nvSpPr>
          <p:cNvPr id="658" name="PlaceHolder 1"/>
          <p:cNvSpPr>
            <a:spLocks noGrp="1"/>
          </p:cNvSpPr>
          <p:nvPr>
            <p:ph type="title" hasCustomPrompt="1"/>
          </p:nvPr>
        </p:nvSpPr>
        <p:spPr>
          <a:xfrm>
            <a:off x="587520" y="367560"/>
            <a:ext cx="4886640" cy="1621080"/>
          </a:xfrm>
          <a:prstGeom prst="rect">
            <a:avLst/>
          </a:prstGeom>
          <a:noFill/>
          <a:ln w="0">
            <a:noFill/>
          </a:ln>
        </p:spPr>
        <p:txBody>
          <a:bodyPr lIns="0" tIns="191880" rIns="0" bIns="0" anchor="t">
            <a:noAutofit/>
          </a:bodyPr>
          <a:lstStyle>
            <a:lvl1pPr indent="0" algn="l" defTabSz="914400">
              <a:lnSpc>
                <a:spcPct val="100000"/>
              </a:lnSpc>
              <a:buNone/>
              <a:defRPr lang="en-US" sz="3600" b="1" u="none" strike="noStrike" spc="300">
                <a:solidFill>
                  <a:schemeClr val="dk1"/>
                </a:solidFill>
                <a:effectLst/>
                <a:uFillTx/>
                <a:latin typeface="Consolas"/>
              </a:defRPr>
            </a:lvl1pPr>
          </a:lstStyle>
          <a:p>
            <a:pPr indent="0" algn="l" defTabSz="914400">
              <a:lnSpc>
                <a:spcPct val="100000"/>
              </a:lnSpc>
              <a:buNone/>
            </a:pPr>
            <a:r>
              <a:rPr lang="en-US" sz="3600" b="1" u="none" strike="noStrike" spc="300">
                <a:solidFill>
                  <a:schemeClr val="dk1"/>
                </a:solidFill>
                <a:effectLst/>
                <a:uFillTx/>
                <a:latin typeface="Consolas"/>
              </a:rPr>
              <a:t>KLIK HER FOR AT ÆNDRE TITEL</a:t>
            </a:r>
          </a:p>
        </p:txBody>
      </p:sp>
      <p:sp>
        <p:nvSpPr>
          <p:cNvPr id="659" name="PlaceHolder 2"/>
          <p:cNvSpPr>
            <a:spLocks noGrp="1"/>
          </p:cNvSpPr>
          <p:nvPr>
            <p:ph type="body"/>
          </p:nvPr>
        </p:nvSpPr>
        <p:spPr>
          <a:xfrm>
            <a:off x="6095880" y="2262600"/>
            <a:ext cx="5524200" cy="3572280"/>
          </a:xfrm>
          <a:prstGeom prst="rect">
            <a:avLst/>
          </a:prstGeom>
          <a:noFill/>
          <a:ln w="0">
            <a:noFill/>
          </a:ln>
        </p:spPr>
        <p:txBody>
          <a:bodyPr lIns="90000" tIns="45000" rIns="90000" bIns="45000" anchor="t">
            <a:noAutofit/>
          </a:bodyPr>
          <a:lstStyle>
            <a:lvl1pPr indent="0" algn="l" defTabSz="914400">
              <a:lnSpc>
                <a:spcPct val="100000"/>
              </a:lnSpc>
              <a:buNone/>
              <a:defRPr lang="da-DK" sz="1800" b="0" u="none" strike="noStrike">
                <a:solidFill>
                  <a:schemeClr val="dk1"/>
                </a:solidFill>
                <a:effectLst/>
                <a:uFillTx/>
                <a:latin typeface="Consolas"/>
              </a:defRPr>
            </a:lvl1pPr>
          </a:lstStyle>
          <a:p>
            <a:pPr indent="0" algn="l" defTabSz="914400">
              <a:lnSpc>
                <a:spcPct val="100000"/>
              </a:lnSpc>
              <a:buNone/>
            </a:pPr>
            <a:r>
              <a:rPr lang="da-DK" sz="1800" b="0" u="none" strike="noStrike">
                <a:solidFill>
                  <a:schemeClr val="dk1"/>
                </a:solidFill>
                <a:effectLst/>
                <a:uFillTx/>
                <a:latin typeface="Consolas"/>
              </a:rPr>
              <a:t>Klik på ikonet for at tilføje et diagram</a:t>
            </a:r>
            <a:endParaRPr lang="en-US" sz="1800" b="0" u="none" strike="noStrike">
              <a:solidFill>
                <a:schemeClr val="dk1"/>
              </a:solidFill>
              <a:effectLst/>
              <a:uFillTx/>
              <a:latin typeface="Consolas"/>
            </a:endParaRPr>
          </a:p>
        </p:txBody>
      </p:sp>
      <p:sp>
        <p:nvSpPr>
          <p:cNvPr id="660" name="PlaceHolder 3"/>
          <p:cNvSpPr>
            <a:spLocks noGrp="1"/>
          </p:cNvSpPr>
          <p:nvPr>
            <p:ph type="body" hasCustomPrompt="1"/>
          </p:nvPr>
        </p:nvSpPr>
        <p:spPr>
          <a:xfrm>
            <a:off x="587520" y="2262600"/>
            <a:ext cx="4886640" cy="3572280"/>
          </a:xfrm>
          <a:prstGeom prst="rect">
            <a:avLst/>
          </a:prstGeom>
          <a:noFill/>
          <a:ln w="0">
            <a:noFill/>
          </a:ln>
        </p:spPr>
        <p:txBody>
          <a:bodyPr lIns="0" tIns="45720" rIns="0" bIns="45720" anchor="t">
            <a:normAutofit/>
          </a:bodyPr>
          <a:lstStyle>
            <a:lvl1pPr lvl="1" algn="l" defTabSz="914400">
              <a:lnSpc>
                <a:spcPct val="120000"/>
              </a:lnSpc>
              <a:spcBef>
                <a:spcPts val="499"/>
              </a:spcBef>
              <a:buSzPct val="100051"/>
              <a:buBlip>
                <a:blip r:embed="rId2"/>
              </a:buBlip>
              <a:tabLst>
                <a:tab pos="898560" algn="l"/>
              </a:tabLst>
              <a:defRPr lang="da-DK" sz="1600" b="0" u="none" strike="noStrike">
                <a:solidFill>
                  <a:schemeClr val="dk1"/>
                </a:solidFill>
                <a:effectLst/>
                <a:uFillTx/>
                <a:latin typeface="Consolas"/>
              </a:defRPr>
            </a:lvl1pPr>
          </a:lstStyle>
          <a:p>
            <a:pPr marL="285840" lvl="1" indent="-285840" algn="l" defTabSz="914400">
              <a:lnSpc>
                <a:spcPct val="120000"/>
              </a:lnSpc>
              <a:spcBef>
                <a:spcPts val="499"/>
              </a:spcBef>
              <a:buSzPct val="100051"/>
              <a:buBlip>
                <a:blip r:embed="rId2"/>
              </a:buBlip>
              <a:tabLst>
                <a:tab pos="898560" algn="l"/>
              </a:tabLst>
            </a:pPr>
            <a:r>
              <a:rPr lang="da-DK" sz="1600" b="0" u="none" strike="noStrike">
                <a:solidFill>
                  <a:schemeClr val="dk1"/>
                </a:solidFill>
                <a:effectLst/>
                <a:uFillTx/>
                <a:latin typeface="Consolas"/>
              </a:rPr>
              <a:t>Indsæt bullets</a:t>
            </a:r>
            <a:endParaRPr lang="en-US" sz="1600" b="0" u="none" strike="noStrike">
              <a:solidFill>
                <a:schemeClr val="dk1"/>
              </a:solidFill>
              <a:effectLst/>
              <a:uFillTx/>
              <a:latin typeface="Consolas"/>
            </a:endParaRPr>
          </a:p>
        </p:txBody>
      </p:sp>
      <p:sp>
        <p:nvSpPr>
          <p:cNvPr id="661" name="PlaceHolder 4"/>
          <p:cNvSpPr>
            <a:spLocks noGrp="1"/>
          </p:cNvSpPr>
          <p:nvPr>
            <p:ph type="sldNum" idx="7"/>
          </p:nvPr>
        </p:nvSpPr>
        <p:spPr>
          <a:xfrm>
            <a:off x="11340000" y="593280"/>
            <a:ext cx="570960" cy="226800"/>
          </a:xfrm>
          <a:prstGeom prst="rect">
            <a:avLst/>
          </a:prstGeom>
          <a:noFill/>
          <a:ln w="0">
            <a:noFill/>
          </a:ln>
        </p:spPr>
        <p:txBody>
          <a:bodyPr lIns="0" tIns="0" rIns="0" bIns="0" anchor="ctr">
            <a:noAutofit/>
          </a:bodyPr>
          <a:lstStyle>
            <a:lvl1pPr indent="0" algn="r" defTabSz="914400">
              <a:lnSpc>
                <a:spcPct val="100000"/>
              </a:lnSpc>
              <a:buNone/>
              <a:defRPr lang="en-US" sz="1000" b="1" u="none" strike="noStrike">
                <a:solidFill>
                  <a:schemeClr val="dk1">
                    <a:alpha val="70000"/>
                  </a:schemeClr>
                </a:solidFill>
                <a:effectLst/>
                <a:uFillTx/>
                <a:latin typeface="Consolas"/>
                <a:ea typeface="Montserrat Medium"/>
              </a:defRPr>
            </a:lvl1pPr>
          </a:lstStyle>
          <a:p>
            <a:pPr indent="0" algn="r" defTabSz="914400">
              <a:lnSpc>
                <a:spcPct val="100000"/>
              </a:lnSpc>
              <a:buNone/>
            </a:pPr>
            <a:fld id="{AA30E354-8349-473B-89D2-842BD921860D}" type="slidenum">
              <a:rPr lang="en-US" sz="1000" b="1" u="none" strike="noStrike">
                <a:solidFill>
                  <a:schemeClr val="dk1">
                    <a:alpha val="70000"/>
                  </a:schemeClr>
                </a:solidFill>
                <a:effectLst/>
                <a:uFillTx/>
                <a:latin typeface="Consolas"/>
                <a:ea typeface="Montserrat Medium"/>
              </a:rPr>
              <a:t>‹#›</a:t>
            </a:fld>
            <a:endParaRPr lang="en-US" sz="10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1 x billede højre + bullets">
    <p:bg>
      <p:bgPr>
        <a:solidFill>
          <a:srgbClr val="FFFFFF"/>
        </a:solidFill>
        <a:effectLst/>
      </p:bgPr>
    </p:bg>
    <p:spTree>
      <p:nvGrpSpPr>
        <p:cNvPr id="1" name=""/>
        <p:cNvGrpSpPr/>
        <p:nvPr/>
      </p:nvGrpSpPr>
      <p:grpSpPr>
        <a:xfrm>
          <a:off x="0" y="0"/>
          <a:ext cx="0" cy="0"/>
          <a:chOff x="0" y="0"/>
          <a:chExt cx="0" cy="0"/>
        </a:xfrm>
      </p:grpSpPr>
      <p:grpSp>
        <p:nvGrpSpPr>
          <p:cNvPr id="662" name="Gruppe 57"/>
          <p:cNvGrpSpPr/>
          <p:nvPr/>
        </p:nvGrpSpPr>
        <p:grpSpPr>
          <a:xfrm>
            <a:off x="5466600" y="6027120"/>
            <a:ext cx="1272240" cy="668520"/>
            <a:chOff x="5466600" y="6027120"/>
            <a:chExt cx="1272240" cy="668520"/>
          </a:xfrm>
        </p:grpSpPr>
        <p:grpSp>
          <p:nvGrpSpPr>
            <p:cNvPr id="663" name="Gruppe 55"/>
            <p:cNvGrpSpPr/>
            <p:nvPr/>
          </p:nvGrpSpPr>
          <p:grpSpPr>
            <a:xfrm>
              <a:off x="5466600" y="6631920"/>
              <a:ext cx="1272240" cy="63720"/>
              <a:chOff x="5466600" y="6631920"/>
              <a:chExt cx="1272240" cy="63720"/>
            </a:xfrm>
          </p:grpSpPr>
          <p:sp>
            <p:nvSpPr>
              <p:cNvPr id="664"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5640" tIns="30600" rIns="35640" bIns="30600" numCol="1" spcCol="0" anchor="t">
                <a:noAutofit/>
              </a:bodyPr>
              <a:lstStyle/>
              <a:p>
                <a:endParaRPr lang="da-DK" sz="1800" b="0" u="none" strike="noStrike">
                  <a:solidFill>
                    <a:schemeClr val="dk1"/>
                  </a:solidFill>
                  <a:effectLst/>
                  <a:uFillTx/>
                  <a:latin typeface="Consolas"/>
                </a:endParaRPr>
              </a:p>
            </p:txBody>
          </p:sp>
          <p:sp>
            <p:nvSpPr>
              <p:cNvPr id="665"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6360" tIns="30600" rIns="36360" bIns="30600" numCol="1" spcCol="0" anchor="t">
                <a:noAutofit/>
              </a:bodyPr>
              <a:lstStyle/>
              <a:p>
                <a:endParaRPr lang="da-DK" sz="1800" b="0" u="none" strike="noStrike">
                  <a:solidFill>
                    <a:schemeClr val="dk1"/>
                  </a:solidFill>
                  <a:effectLst/>
                  <a:uFillTx/>
                  <a:latin typeface="Consolas"/>
                </a:endParaRPr>
              </a:p>
            </p:txBody>
          </p:sp>
          <p:sp>
            <p:nvSpPr>
              <p:cNvPr id="666"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667"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720" tIns="30600" rIns="27720" bIns="30600" numCol="1" spcCol="0" anchor="t">
                <a:noAutofit/>
              </a:bodyPr>
              <a:lstStyle/>
              <a:p>
                <a:endParaRPr lang="da-DK" sz="1800" b="0" u="none" strike="noStrike">
                  <a:solidFill>
                    <a:schemeClr val="dk1"/>
                  </a:solidFill>
                  <a:effectLst/>
                  <a:uFillTx/>
                  <a:latin typeface="Consolas"/>
                </a:endParaRPr>
              </a:p>
            </p:txBody>
          </p:sp>
          <p:sp>
            <p:nvSpPr>
              <p:cNvPr id="668"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2040" rIns="29160" bIns="32040" numCol="1" spcCol="0" anchor="t">
                <a:noAutofit/>
              </a:bodyPr>
              <a:lstStyle/>
              <a:p>
                <a:endParaRPr lang="da-DK" sz="1800" b="0" u="none" strike="noStrike">
                  <a:solidFill>
                    <a:schemeClr val="dk1"/>
                  </a:solidFill>
                  <a:effectLst/>
                  <a:uFillTx/>
                  <a:latin typeface="Consolas"/>
                </a:endParaRPr>
              </a:p>
            </p:txBody>
          </p:sp>
          <p:sp>
            <p:nvSpPr>
              <p:cNvPr id="669"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670"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671"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672"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673"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674"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4200" tIns="30600" rIns="34200" bIns="30600" numCol="1" spcCol="0" anchor="t">
                <a:noAutofit/>
              </a:bodyPr>
              <a:lstStyle/>
              <a:p>
                <a:endParaRPr lang="da-DK" sz="1800" b="0" u="none" strike="noStrike">
                  <a:solidFill>
                    <a:schemeClr val="dk1"/>
                  </a:solidFill>
                  <a:effectLst/>
                  <a:uFillTx/>
                  <a:latin typeface="Consolas"/>
                </a:endParaRPr>
              </a:p>
            </p:txBody>
          </p:sp>
          <p:sp>
            <p:nvSpPr>
              <p:cNvPr id="675"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676"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0600" rIns="29160" bIns="30600" numCol="1" spcCol="0" anchor="t">
                <a:noAutofit/>
              </a:bodyPr>
              <a:lstStyle/>
              <a:p>
                <a:endParaRPr lang="da-DK" sz="1800" b="0" u="none" strike="noStrike">
                  <a:solidFill>
                    <a:schemeClr val="dk1"/>
                  </a:solidFill>
                  <a:effectLst/>
                  <a:uFillTx/>
                  <a:latin typeface="Consolas"/>
                </a:endParaRPr>
              </a:p>
            </p:txBody>
          </p:sp>
          <p:sp>
            <p:nvSpPr>
              <p:cNvPr id="677"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678"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679"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680"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681"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grpSp>
        <p:grpSp>
          <p:nvGrpSpPr>
            <p:cNvPr id="682" name="Gruppe 56"/>
            <p:cNvGrpSpPr/>
            <p:nvPr/>
          </p:nvGrpSpPr>
          <p:grpSpPr>
            <a:xfrm>
              <a:off x="5864400" y="6027120"/>
              <a:ext cx="413640" cy="439920"/>
              <a:chOff x="5864400" y="6027120"/>
              <a:chExt cx="413640" cy="439920"/>
            </a:xfrm>
          </p:grpSpPr>
          <p:sp>
            <p:nvSpPr>
              <p:cNvPr id="683"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84"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85"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grpSp>
      </p:grpSp>
      <p:grpSp>
        <p:nvGrpSpPr>
          <p:cNvPr id="686" name="Gruppe 80"/>
          <p:cNvGrpSpPr/>
          <p:nvPr/>
        </p:nvGrpSpPr>
        <p:grpSpPr>
          <a:xfrm>
            <a:off x="-3600" y="657360"/>
            <a:ext cx="405000" cy="1182240"/>
            <a:chOff x="-3600" y="657360"/>
            <a:chExt cx="405000" cy="1182240"/>
          </a:xfrm>
        </p:grpSpPr>
        <p:sp>
          <p:nvSpPr>
            <p:cNvPr id="687" name="Freeform 53"/>
            <p:cNvSpPr/>
            <p:nvPr/>
          </p:nvSpPr>
          <p:spPr>
            <a:xfrm>
              <a:off x="3283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688" name="Freeform 54"/>
            <p:cNvSpPr/>
            <p:nvPr/>
          </p:nvSpPr>
          <p:spPr>
            <a:xfrm>
              <a:off x="2365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rIns="71280" numCol="1" spcCol="0" anchor="t">
              <a:noAutofit/>
            </a:bodyPr>
            <a:lstStyle/>
            <a:p>
              <a:endParaRPr lang="da-DK" sz="1800" b="0" u="none" strike="noStrike">
                <a:solidFill>
                  <a:schemeClr val="dk1"/>
                </a:solidFill>
                <a:effectLst/>
                <a:uFillTx/>
                <a:latin typeface="Consolas"/>
              </a:endParaRPr>
            </a:p>
          </p:txBody>
        </p:sp>
        <p:sp>
          <p:nvSpPr>
            <p:cNvPr id="689" name="Freeform 55"/>
            <p:cNvSpPr/>
            <p:nvPr/>
          </p:nvSpPr>
          <p:spPr>
            <a:xfrm>
              <a:off x="12492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90" name="Freeform 56"/>
            <p:cNvSpPr/>
            <p:nvPr/>
          </p:nvSpPr>
          <p:spPr>
            <a:xfrm>
              <a:off x="-360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91" name="Freeform 57"/>
            <p:cNvSpPr/>
            <p:nvPr/>
          </p:nvSpPr>
          <p:spPr>
            <a:xfrm>
              <a:off x="-360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92" name="Freeform 58"/>
            <p:cNvSpPr/>
            <p:nvPr/>
          </p:nvSpPr>
          <p:spPr>
            <a:xfrm>
              <a:off x="-360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93" name="Freeform 59"/>
            <p:cNvSpPr/>
            <p:nvPr/>
          </p:nvSpPr>
          <p:spPr>
            <a:xfrm>
              <a:off x="-360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94" name="Freeform 60"/>
            <p:cNvSpPr/>
            <p:nvPr/>
          </p:nvSpPr>
          <p:spPr>
            <a:xfrm>
              <a:off x="-360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95" name="Freeform 61"/>
            <p:cNvSpPr/>
            <p:nvPr/>
          </p:nvSpPr>
          <p:spPr>
            <a:xfrm>
              <a:off x="-360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96" name="Freeform 62"/>
            <p:cNvSpPr/>
            <p:nvPr/>
          </p:nvSpPr>
          <p:spPr>
            <a:xfrm>
              <a:off x="-360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97" name="Freeform 63"/>
            <p:cNvSpPr/>
            <p:nvPr/>
          </p:nvSpPr>
          <p:spPr>
            <a:xfrm>
              <a:off x="-360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98" name="Freeform 64"/>
            <p:cNvSpPr/>
            <p:nvPr/>
          </p:nvSpPr>
          <p:spPr>
            <a:xfrm>
              <a:off x="-360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699" name="Freeform 65"/>
            <p:cNvSpPr/>
            <p:nvPr/>
          </p:nvSpPr>
          <p:spPr>
            <a:xfrm>
              <a:off x="-360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700" name="Freeform 66"/>
            <p:cNvSpPr/>
            <p:nvPr/>
          </p:nvSpPr>
          <p:spPr>
            <a:xfrm>
              <a:off x="-360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701" name="Freeform 67"/>
            <p:cNvSpPr/>
            <p:nvPr/>
          </p:nvSpPr>
          <p:spPr>
            <a:xfrm>
              <a:off x="-360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702" name="Freeform 68"/>
            <p:cNvSpPr/>
            <p:nvPr/>
          </p:nvSpPr>
          <p:spPr>
            <a:xfrm>
              <a:off x="-360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703" name="Freeform 69"/>
            <p:cNvSpPr/>
            <p:nvPr/>
          </p:nvSpPr>
          <p:spPr>
            <a:xfrm>
              <a:off x="-360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704" name="Freeform 70"/>
            <p:cNvSpPr/>
            <p:nvPr/>
          </p:nvSpPr>
          <p:spPr>
            <a:xfrm>
              <a:off x="-360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705" name="Freeform 71"/>
            <p:cNvSpPr/>
            <p:nvPr/>
          </p:nvSpPr>
          <p:spPr>
            <a:xfrm>
              <a:off x="-360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tIns="32040" bIns="32040" numCol="1" spcCol="0" anchor="t">
              <a:noAutofit/>
            </a:bodyPr>
            <a:lstStyle/>
            <a:p>
              <a:endParaRPr lang="da-DK" sz="1800" b="0" u="none" strike="noStrike">
                <a:solidFill>
                  <a:schemeClr val="dk1"/>
                </a:solidFill>
                <a:effectLst/>
                <a:uFillTx/>
                <a:latin typeface="Consolas"/>
              </a:endParaRPr>
            </a:p>
          </p:txBody>
        </p:sp>
      </p:grpSp>
      <p:sp>
        <p:nvSpPr>
          <p:cNvPr id="706" name="PlaceHolder 1"/>
          <p:cNvSpPr>
            <a:spLocks noGrp="1"/>
          </p:cNvSpPr>
          <p:nvPr>
            <p:ph type="pic" hasCustomPrompt="1"/>
          </p:nvPr>
        </p:nvSpPr>
        <p:spPr>
          <a:xfrm>
            <a:off x="7438680" y="0"/>
            <a:ext cx="4752720" cy="6857640"/>
          </a:xfrm>
          <a:prstGeom prst="rect">
            <a:avLst/>
          </a:prstGeom>
          <a:pattFill prst="wdUpDiag">
            <a:fgClr>
              <a:srgbClr val="211A52"/>
            </a:fgClr>
            <a:bgClr>
              <a:srgbClr val="FFFFFF"/>
            </a:bgClr>
          </a:pattFill>
          <a:ln w="0">
            <a:noFill/>
          </a:ln>
        </p:spPr>
        <p:txBody>
          <a:bodyPr lIns="90000" tIns="45000" rIns="90000" bIns="45000" anchor="ctr">
            <a:normAutofit/>
          </a:bodyPr>
          <a:lstStyle/>
          <a:p>
            <a:pPr indent="0" algn="l">
              <a:buNone/>
            </a:pPr>
            <a:r>
              <a:rPr lang="en-US" sz="1000" b="0" u="none" strike="noStrike">
                <a:solidFill>
                  <a:srgbClr val="000000"/>
                </a:solidFill>
                <a:effectLst/>
                <a:uFillTx/>
                <a:latin typeface="Arial"/>
              </a:rPr>
              <a:t>Double-click to add an Image</a:t>
            </a:r>
          </a:p>
        </p:txBody>
      </p:sp>
      <p:sp>
        <p:nvSpPr>
          <p:cNvPr id="707" name="PlaceHolder 2"/>
          <p:cNvSpPr>
            <a:spLocks noGrp="1"/>
          </p:cNvSpPr>
          <p:nvPr>
            <p:ph type="sldNum" idx="8"/>
          </p:nvPr>
        </p:nvSpPr>
        <p:spPr>
          <a:xfrm>
            <a:off x="11340000" y="593280"/>
            <a:ext cx="570960" cy="226800"/>
          </a:xfrm>
          <a:prstGeom prst="rect">
            <a:avLst/>
          </a:prstGeom>
          <a:noFill/>
          <a:ln w="0">
            <a:noFill/>
          </a:ln>
        </p:spPr>
        <p:txBody>
          <a:bodyPr lIns="0" tIns="0" rIns="0" bIns="0" anchor="ctr">
            <a:noAutofit/>
          </a:bodyPr>
          <a:lstStyle>
            <a:lvl1pPr indent="0" algn="r" defTabSz="914400">
              <a:lnSpc>
                <a:spcPct val="100000"/>
              </a:lnSpc>
              <a:buNone/>
              <a:defRPr lang="en-US" sz="1000" b="1" u="none" strike="noStrike">
                <a:solidFill>
                  <a:schemeClr val="dk1">
                    <a:alpha val="70000"/>
                  </a:schemeClr>
                </a:solidFill>
                <a:effectLst/>
                <a:uFillTx/>
                <a:latin typeface="Consolas"/>
                <a:ea typeface="Montserrat Medium"/>
              </a:defRPr>
            </a:lvl1pPr>
          </a:lstStyle>
          <a:p>
            <a:pPr indent="0" algn="r" defTabSz="914400">
              <a:lnSpc>
                <a:spcPct val="100000"/>
              </a:lnSpc>
              <a:buNone/>
            </a:pPr>
            <a:fld id="{E944DA07-9EAD-4191-A84D-B9F54AA1351B}" type="slidenum">
              <a:rPr lang="en-US" sz="1000" b="1" u="none" strike="noStrike">
                <a:solidFill>
                  <a:schemeClr val="dk1">
                    <a:alpha val="70000"/>
                  </a:schemeClr>
                </a:solidFill>
                <a:effectLst/>
                <a:uFillTx/>
                <a:latin typeface="Consolas"/>
                <a:ea typeface="Montserrat Medium"/>
              </a:rPr>
              <a:t>‹#›</a:t>
            </a:fld>
            <a:endParaRPr lang="en-US" sz="1000" b="0" u="none" strike="noStrike">
              <a:solidFill>
                <a:srgbClr val="000000"/>
              </a:solidFill>
              <a:effectLst/>
              <a:uFillTx/>
              <a:latin typeface="Times New Roman"/>
            </a:endParaRPr>
          </a:p>
        </p:txBody>
      </p:sp>
      <p:sp>
        <p:nvSpPr>
          <p:cNvPr id="708" name="PlaceHolder 3"/>
          <p:cNvSpPr>
            <a:spLocks noGrp="1"/>
          </p:cNvSpPr>
          <p:nvPr>
            <p:ph type="title" hasCustomPrompt="1"/>
          </p:nvPr>
        </p:nvSpPr>
        <p:spPr>
          <a:xfrm>
            <a:off x="587520" y="359280"/>
            <a:ext cx="4489920" cy="1621080"/>
          </a:xfrm>
          <a:prstGeom prst="rect">
            <a:avLst/>
          </a:prstGeom>
          <a:noFill/>
          <a:ln w="0">
            <a:noFill/>
          </a:ln>
        </p:spPr>
        <p:txBody>
          <a:bodyPr lIns="0" tIns="191880" rIns="0" bIns="0" anchor="t">
            <a:noAutofit/>
          </a:bodyPr>
          <a:lstStyle>
            <a:lvl1pPr indent="0" algn="l" defTabSz="914400">
              <a:lnSpc>
                <a:spcPct val="100000"/>
              </a:lnSpc>
              <a:buNone/>
              <a:defRPr lang="en-US" sz="3600" b="1" u="none" strike="noStrike" spc="300">
                <a:solidFill>
                  <a:schemeClr val="dk1"/>
                </a:solidFill>
                <a:effectLst/>
                <a:uFillTx/>
                <a:latin typeface="Consolas"/>
              </a:defRPr>
            </a:lvl1pPr>
          </a:lstStyle>
          <a:p>
            <a:pPr indent="0" algn="l" defTabSz="914400">
              <a:lnSpc>
                <a:spcPct val="100000"/>
              </a:lnSpc>
              <a:buNone/>
            </a:pPr>
            <a:r>
              <a:rPr lang="en-US" sz="3600" b="1" u="none" strike="noStrike" spc="300">
                <a:solidFill>
                  <a:schemeClr val="dk1"/>
                </a:solidFill>
                <a:effectLst/>
                <a:uFillTx/>
                <a:latin typeface="Consolas"/>
              </a:rPr>
              <a:t>KLIK HER FOR AT ÆNDRE TITEL</a:t>
            </a:r>
          </a:p>
        </p:txBody>
      </p:sp>
      <p:sp>
        <p:nvSpPr>
          <p:cNvPr id="709" name="PlaceHolder 4"/>
          <p:cNvSpPr>
            <a:spLocks noGrp="1"/>
          </p:cNvSpPr>
          <p:nvPr>
            <p:ph type="body" hasCustomPrompt="1"/>
          </p:nvPr>
        </p:nvSpPr>
        <p:spPr>
          <a:xfrm>
            <a:off x="587520" y="2143440"/>
            <a:ext cx="4489920" cy="3751920"/>
          </a:xfrm>
          <a:prstGeom prst="rect">
            <a:avLst/>
          </a:prstGeom>
          <a:noFill/>
          <a:ln w="0">
            <a:noFill/>
          </a:ln>
        </p:spPr>
        <p:txBody>
          <a:bodyPr lIns="0" tIns="45720" rIns="0" bIns="45720" anchor="t">
            <a:noAutofit/>
          </a:bodyPr>
          <a:lstStyle>
            <a:lvl1pPr algn="l" defTabSz="914400">
              <a:lnSpc>
                <a:spcPct val="100000"/>
              </a:lnSpc>
              <a:spcBef>
                <a:spcPts val="601"/>
              </a:spcBef>
              <a:buSzPct val="100051"/>
              <a:buBlip>
                <a:blip r:embed="rId2"/>
              </a:buBlip>
              <a:defRPr lang="da-DK" sz="1600" b="0" u="none" strike="noStrike">
                <a:solidFill>
                  <a:schemeClr val="dk1"/>
                </a:solidFill>
                <a:effectLst/>
                <a:uFillTx/>
                <a:latin typeface="Consolas"/>
              </a:defRPr>
            </a:lvl1pPr>
            <a:lvl2pPr indent="0" algn="l" defTabSz="914400">
              <a:lnSpc>
                <a:spcPct val="100000"/>
              </a:lnSpc>
              <a:spcBef>
                <a:spcPts val="601"/>
              </a:spcBef>
              <a:buNone/>
              <a:defRPr lang="da-DK" sz="1600" b="0" u="none" strike="noStrike">
                <a:solidFill>
                  <a:schemeClr val="dk1"/>
                </a:solidFill>
                <a:effectLst/>
                <a:uFillTx/>
                <a:latin typeface="Consolas"/>
              </a:defRPr>
            </a:lvl2pPr>
            <a:lvl3pPr indent="0" algn="l" defTabSz="914400">
              <a:lnSpc>
                <a:spcPct val="100000"/>
              </a:lnSpc>
              <a:spcBef>
                <a:spcPts val="601"/>
              </a:spcBef>
              <a:buNone/>
              <a:defRPr lang="da-DK" sz="1600" b="0" u="none" strike="noStrike">
                <a:solidFill>
                  <a:schemeClr val="dk1"/>
                </a:solidFill>
                <a:effectLst/>
                <a:uFillTx/>
                <a:latin typeface="Consolas"/>
              </a:defRPr>
            </a:lvl3pPr>
          </a:lstStyle>
          <a:p>
            <a:pPr marL="285840" indent="-285840" algn="l" defTabSz="914400">
              <a:lnSpc>
                <a:spcPct val="100000"/>
              </a:lnSpc>
              <a:spcBef>
                <a:spcPts val="601"/>
              </a:spcBef>
              <a:buSzPct val="100051"/>
              <a:buBlip>
                <a:blip r:embed="rId2"/>
              </a:buBlip>
            </a:pPr>
            <a:r>
              <a:rPr lang="da-DK" sz="1600" b="0" u="none" strike="noStrike">
                <a:solidFill>
                  <a:schemeClr val="dk1"/>
                </a:solidFill>
                <a:effectLst/>
                <a:uFillTx/>
                <a:latin typeface="Consolas"/>
              </a:rPr>
              <a:t>Indsæt bullets</a:t>
            </a:r>
            <a:endParaRPr lang="en-US" sz="1600" b="0" u="none" strike="noStrike">
              <a:solidFill>
                <a:schemeClr val="dk1"/>
              </a:solidFill>
              <a:effectLst/>
              <a:uFillTx/>
              <a:latin typeface="Consolas"/>
            </a:endParaRPr>
          </a:p>
          <a:p>
            <a:pPr indent="0" algn="l" defTabSz="914400">
              <a:lnSpc>
                <a:spcPct val="100000"/>
              </a:lnSpc>
              <a:spcBef>
                <a:spcPts val="601"/>
              </a:spcBef>
              <a:buNone/>
            </a:pPr>
            <a:endParaRPr lang="en-US" sz="1600" b="0" u="none" strike="noStrike">
              <a:solidFill>
                <a:schemeClr val="dk1"/>
              </a:solidFill>
              <a:effectLst/>
              <a:uFillTx/>
              <a:latin typeface="Consolas"/>
            </a:endParaRPr>
          </a:p>
          <a:p>
            <a:pPr indent="0" algn="l" defTabSz="914400">
              <a:lnSpc>
                <a:spcPct val="100000"/>
              </a:lnSpc>
              <a:spcBef>
                <a:spcPts val="601"/>
              </a:spcBef>
              <a:buNone/>
            </a:pPr>
            <a:endParaRPr lang="en-US" sz="1600" b="0" u="none" strike="noStrike">
              <a:solidFill>
                <a:schemeClr val="dk1"/>
              </a:solidFill>
              <a:effectLst/>
              <a:uFillTx/>
              <a:latin typeface="Consola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1 x billede højre - Blå">
    <p:bg>
      <p:bgPr>
        <a:solidFill>
          <a:srgbClr val="FFFFFF"/>
        </a:solidFill>
        <a:effectLst/>
      </p:bgPr>
    </p:bg>
    <p:spTree>
      <p:nvGrpSpPr>
        <p:cNvPr id="1" name=""/>
        <p:cNvGrpSpPr/>
        <p:nvPr/>
      </p:nvGrpSpPr>
      <p:grpSpPr>
        <a:xfrm>
          <a:off x="0" y="0"/>
          <a:ext cx="0" cy="0"/>
          <a:chOff x="0" y="0"/>
          <a:chExt cx="0" cy="0"/>
        </a:xfrm>
      </p:grpSpPr>
      <p:grpSp>
        <p:nvGrpSpPr>
          <p:cNvPr id="710" name="Gruppe 57" hidden="1"/>
          <p:cNvGrpSpPr/>
          <p:nvPr/>
        </p:nvGrpSpPr>
        <p:grpSpPr>
          <a:xfrm>
            <a:off x="5466600" y="6027120"/>
            <a:ext cx="1272240" cy="668520"/>
            <a:chOff x="5466600" y="6027120"/>
            <a:chExt cx="1272240" cy="668520"/>
          </a:xfrm>
        </p:grpSpPr>
        <p:grpSp>
          <p:nvGrpSpPr>
            <p:cNvPr id="711" name="Gruppe 55"/>
            <p:cNvGrpSpPr/>
            <p:nvPr/>
          </p:nvGrpSpPr>
          <p:grpSpPr>
            <a:xfrm>
              <a:off x="5466600" y="6631920"/>
              <a:ext cx="1272240" cy="63720"/>
              <a:chOff x="5466600" y="6631920"/>
              <a:chExt cx="1272240" cy="63720"/>
            </a:xfrm>
          </p:grpSpPr>
          <p:sp>
            <p:nvSpPr>
              <p:cNvPr id="712"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5640" tIns="30600" rIns="35640" bIns="30600" numCol="1" spcCol="0" anchor="t">
                <a:noAutofit/>
              </a:bodyPr>
              <a:lstStyle/>
              <a:p>
                <a:endParaRPr lang="da-DK" sz="1800" b="0" u="none" strike="noStrike">
                  <a:solidFill>
                    <a:schemeClr val="dk1"/>
                  </a:solidFill>
                  <a:effectLst/>
                  <a:uFillTx/>
                  <a:latin typeface="Consolas"/>
                </a:endParaRPr>
              </a:p>
            </p:txBody>
          </p:sp>
          <p:sp>
            <p:nvSpPr>
              <p:cNvPr id="713"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6360" tIns="30600" rIns="36360" bIns="30600" numCol="1" spcCol="0" anchor="t">
                <a:noAutofit/>
              </a:bodyPr>
              <a:lstStyle/>
              <a:p>
                <a:endParaRPr lang="da-DK" sz="1800" b="0" u="none" strike="noStrike">
                  <a:solidFill>
                    <a:schemeClr val="dk1"/>
                  </a:solidFill>
                  <a:effectLst/>
                  <a:uFillTx/>
                  <a:latin typeface="Consolas"/>
                </a:endParaRPr>
              </a:p>
            </p:txBody>
          </p:sp>
          <p:sp>
            <p:nvSpPr>
              <p:cNvPr id="714"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715"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720" tIns="30600" rIns="27720" bIns="30600" numCol="1" spcCol="0" anchor="t">
                <a:noAutofit/>
              </a:bodyPr>
              <a:lstStyle/>
              <a:p>
                <a:endParaRPr lang="da-DK" sz="1800" b="0" u="none" strike="noStrike">
                  <a:solidFill>
                    <a:schemeClr val="dk1"/>
                  </a:solidFill>
                  <a:effectLst/>
                  <a:uFillTx/>
                  <a:latin typeface="Consolas"/>
                </a:endParaRPr>
              </a:p>
            </p:txBody>
          </p:sp>
          <p:sp>
            <p:nvSpPr>
              <p:cNvPr id="716"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2040" rIns="29160" bIns="32040" numCol="1" spcCol="0" anchor="t">
                <a:noAutofit/>
              </a:bodyPr>
              <a:lstStyle/>
              <a:p>
                <a:endParaRPr lang="da-DK" sz="1800" b="0" u="none" strike="noStrike">
                  <a:solidFill>
                    <a:schemeClr val="dk1"/>
                  </a:solidFill>
                  <a:effectLst/>
                  <a:uFillTx/>
                  <a:latin typeface="Consolas"/>
                </a:endParaRPr>
              </a:p>
            </p:txBody>
          </p:sp>
          <p:sp>
            <p:nvSpPr>
              <p:cNvPr id="717"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718"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719"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720"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721"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722"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4200" tIns="30600" rIns="34200" bIns="30600" numCol="1" spcCol="0" anchor="t">
                <a:noAutofit/>
              </a:bodyPr>
              <a:lstStyle/>
              <a:p>
                <a:endParaRPr lang="da-DK" sz="1800" b="0" u="none" strike="noStrike">
                  <a:solidFill>
                    <a:schemeClr val="dk1"/>
                  </a:solidFill>
                  <a:effectLst/>
                  <a:uFillTx/>
                  <a:latin typeface="Consolas"/>
                </a:endParaRPr>
              </a:p>
            </p:txBody>
          </p:sp>
          <p:sp>
            <p:nvSpPr>
              <p:cNvPr id="723"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724"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0600" rIns="29160" bIns="30600" numCol="1" spcCol="0" anchor="t">
                <a:noAutofit/>
              </a:bodyPr>
              <a:lstStyle/>
              <a:p>
                <a:endParaRPr lang="da-DK" sz="1800" b="0" u="none" strike="noStrike">
                  <a:solidFill>
                    <a:schemeClr val="dk1"/>
                  </a:solidFill>
                  <a:effectLst/>
                  <a:uFillTx/>
                  <a:latin typeface="Consolas"/>
                </a:endParaRPr>
              </a:p>
            </p:txBody>
          </p:sp>
          <p:sp>
            <p:nvSpPr>
              <p:cNvPr id="725"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726"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727"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728"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729"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grpSp>
        <p:grpSp>
          <p:nvGrpSpPr>
            <p:cNvPr id="730" name="Gruppe 56"/>
            <p:cNvGrpSpPr/>
            <p:nvPr/>
          </p:nvGrpSpPr>
          <p:grpSpPr>
            <a:xfrm>
              <a:off x="5864400" y="6027120"/>
              <a:ext cx="413640" cy="439920"/>
              <a:chOff x="5864400" y="6027120"/>
              <a:chExt cx="413640" cy="439920"/>
            </a:xfrm>
          </p:grpSpPr>
          <p:sp>
            <p:nvSpPr>
              <p:cNvPr id="731"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732"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733"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grpSp>
      </p:grpSp>
      <p:grpSp>
        <p:nvGrpSpPr>
          <p:cNvPr id="734" name="Gruppe 80" hidden="1"/>
          <p:cNvGrpSpPr/>
          <p:nvPr/>
        </p:nvGrpSpPr>
        <p:grpSpPr>
          <a:xfrm>
            <a:off x="-3600" y="657360"/>
            <a:ext cx="405000" cy="1182240"/>
            <a:chOff x="-3600" y="657360"/>
            <a:chExt cx="405000" cy="1182240"/>
          </a:xfrm>
        </p:grpSpPr>
        <p:sp>
          <p:nvSpPr>
            <p:cNvPr id="735" name="Freeform 53"/>
            <p:cNvSpPr/>
            <p:nvPr/>
          </p:nvSpPr>
          <p:spPr>
            <a:xfrm>
              <a:off x="3283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736" name="Freeform 54"/>
            <p:cNvSpPr/>
            <p:nvPr/>
          </p:nvSpPr>
          <p:spPr>
            <a:xfrm>
              <a:off x="2365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rIns="71280" numCol="1" spcCol="0" anchor="t">
              <a:noAutofit/>
            </a:bodyPr>
            <a:lstStyle/>
            <a:p>
              <a:endParaRPr lang="da-DK" sz="1800" b="0" u="none" strike="noStrike">
                <a:solidFill>
                  <a:schemeClr val="dk1"/>
                </a:solidFill>
                <a:effectLst/>
                <a:uFillTx/>
                <a:latin typeface="Consolas"/>
              </a:endParaRPr>
            </a:p>
          </p:txBody>
        </p:sp>
        <p:sp>
          <p:nvSpPr>
            <p:cNvPr id="737" name="Freeform 55"/>
            <p:cNvSpPr/>
            <p:nvPr/>
          </p:nvSpPr>
          <p:spPr>
            <a:xfrm>
              <a:off x="12492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738" name="Freeform 56"/>
            <p:cNvSpPr/>
            <p:nvPr/>
          </p:nvSpPr>
          <p:spPr>
            <a:xfrm>
              <a:off x="-360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739" name="Freeform 57"/>
            <p:cNvSpPr/>
            <p:nvPr/>
          </p:nvSpPr>
          <p:spPr>
            <a:xfrm>
              <a:off x="-360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740" name="Freeform 58"/>
            <p:cNvSpPr/>
            <p:nvPr/>
          </p:nvSpPr>
          <p:spPr>
            <a:xfrm>
              <a:off x="-360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741" name="Freeform 59"/>
            <p:cNvSpPr/>
            <p:nvPr/>
          </p:nvSpPr>
          <p:spPr>
            <a:xfrm>
              <a:off x="-360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742" name="Freeform 60"/>
            <p:cNvSpPr/>
            <p:nvPr/>
          </p:nvSpPr>
          <p:spPr>
            <a:xfrm>
              <a:off x="-360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743" name="Freeform 61"/>
            <p:cNvSpPr/>
            <p:nvPr/>
          </p:nvSpPr>
          <p:spPr>
            <a:xfrm>
              <a:off x="-360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744" name="Freeform 62"/>
            <p:cNvSpPr/>
            <p:nvPr/>
          </p:nvSpPr>
          <p:spPr>
            <a:xfrm>
              <a:off x="-360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745" name="Freeform 63"/>
            <p:cNvSpPr/>
            <p:nvPr/>
          </p:nvSpPr>
          <p:spPr>
            <a:xfrm>
              <a:off x="-360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746" name="Freeform 64"/>
            <p:cNvSpPr/>
            <p:nvPr/>
          </p:nvSpPr>
          <p:spPr>
            <a:xfrm>
              <a:off x="-360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747" name="Freeform 65"/>
            <p:cNvSpPr/>
            <p:nvPr/>
          </p:nvSpPr>
          <p:spPr>
            <a:xfrm>
              <a:off x="-360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748" name="Freeform 66"/>
            <p:cNvSpPr/>
            <p:nvPr/>
          </p:nvSpPr>
          <p:spPr>
            <a:xfrm>
              <a:off x="-360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749" name="Freeform 67"/>
            <p:cNvSpPr/>
            <p:nvPr/>
          </p:nvSpPr>
          <p:spPr>
            <a:xfrm>
              <a:off x="-360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750" name="Freeform 68"/>
            <p:cNvSpPr/>
            <p:nvPr/>
          </p:nvSpPr>
          <p:spPr>
            <a:xfrm>
              <a:off x="-360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751" name="Freeform 69"/>
            <p:cNvSpPr/>
            <p:nvPr/>
          </p:nvSpPr>
          <p:spPr>
            <a:xfrm>
              <a:off x="-360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752" name="Freeform 70"/>
            <p:cNvSpPr/>
            <p:nvPr/>
          </p:nvSpPr>
          <p:spPr>
            <a:xfrm>
              <a:off x="-360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753" name="Freeform 71"/>
            <p:cNvSpPr/>
            <p:nvPr/>
          </p:nvSpPr>
          <p:spPr>
            <a:xfrm>
              <a:off x="-360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tIns="32040" bIns="32040" numCol="1" spcCol="0" anchor="t">
              <a:noAutofit/>
            </a:bodyPr>
            <a:lstStyle/>
            <a:p>
              <a:endParaRPr lang="da-DK" sz="1800" b="0" u="none" strike="noStrike">
                <a:solidFill>
                  <a:schemeClr val="dk1"/>
                </a:solidFill>
                <a:effectLst/>
                <a:uFillTx/>
                <a:latin typeface="Consolas"/>
              </a:endParaRPr>
            </a:p>
          </p:txBody>
        </p:sp>
      </p:grpSp>
      <p:sp>
        <p:nvSpPr>
          <p:cNvPr id="754" name="Rectangle 6"/>
          <p:cNvSpPr/>
          <p:nvPr/>
        </p:nvSpPr>
        <p:spPr>
          <a:xfrm>
            <a:off x="0" y="0"/>
            <a:ext cx="742752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horzOverflow="overflow" numCol="1" spcCol="0" anchor="ctr">
            <a:noAutofit/>
          </a:bodyPr>
          <a:lstStyle/>
          <a:p>
            <a:endParaRPr lang="en-US" sz="1800" b="0" u="none" strike="noStrike">
              <a:solidFill>
                <a:schemeClr val="lt1"/>
              </a:solidFill>
              <a:effectLst/>
              <a:uFillTx/>
              <a:latin typeface="Consolas"/>
            </a:endParaRPr>
          </a:p>
        </p:txBody>
      </p:sp>
      <p:sp>
        <p:nvSpPr>
          <p:cNvPr id="755" name="PlaceHolder 1"/>
          <p:cNvSpPr>
            <a:spLocks noGrp="1"/>
          </p:cNvSpPr>
          <p:nvPr>
            <p:ph type="sldNum" idx="9"/>
          </p:nvPr>
        </p:nvSpPr>
        <p:spPr>
          <a:xfrm>
            <a:off x="11340000" y="593280"/>
            <a:ext cx="570960" cy="226800"/>
          </a:xfrm>
          <a:prstGeom prst="rect">
            <a:avLst/>
          </a:prstGeom>
          <a:noFill/>
          <a:ln w="0">
            <a:noFill/>
          </a:ln>
        </p:spPr>
        <p:txBody>
          <a:bodyPr lIns="0" tIns="0" rIns="0" bIns="0" anchor="ctr">
            <a:noAutofit/>
          </a:bodyPr>
          <a:lstStyle>
            <a:lvl1pPr indent="0" algn="r" defTabSz="914400">
              <a:lnSpc>
                <a:spcPct val="100000"/>
              </a:lnSpc>
              <a:buNone/>
              <a:defRPr lang="en-US" sz="1000" b="1" u="none" strike="noStrike">
                <a:solidFill>
                  <a:schemeClr val="dk1">
                    <a:alpha val="70000"/>
                  </a:schemeClr>
                </a:solidFill>
                <a:effectLst/>
                <a:uFillTx/>
                <a:latin typeface="Consolas"/>
                <a:ea typeface="Montserrat Medium"/>
              </a:defRPr>
            </a:lvl1pPr>
          </a:lstStyle>
          <a:p>
            <a:pPr indent="0" algn="r" defTabSz="914400">
              <a:lnSpc>
                <a:spcPct val="100000"/>
              </a:lnSpc>
              <a:buNone/>
            </a:pPr>
            <a:fld id="{A8C0E873-2AF7-40D6-928D-C792E13D9A80}" type="slidenum">
              <a:rPr lang="en-US" sz="1000" b="1" u="none" strike="noStrike">
                <a:solidFill>
                  <a:schemeClr val="dk1">
                    <a:alpha val="70000"/>
                  </a:schemeClr>
                </a:solidFill>
                <a:effectLst/>
                <a:uFillTx/>
                <a:latin typeface="Consolas"/>
                <a:ea typeface="Montserrat Medium"/>
              </a:rPr>
              <a:t>‹#›</a:t>
            </a:fld>
            <a:endParaRPr lang="en-US" sz="1000" b="0" u="none" strike="noStrike">
              <a:solidFill>
                <a:srgbClr val="000000"/>
              </a:solidFill>
              <a:effectLst/>
              <a:uFillTx/>
              <a:latin typeface="Times New Roman"/>
            </a:endParaRPr>
          </a:p>
        </p:txBody>
      </p:sp>
      <p:sp>
        <p:nvSpPr>
          <p:cNvPr id="756" name="PlaceHolder 2"/>
          <p:cNvSpPr>
            <a:spLocks noGrp="1"/>
          </p:cNvSpPr>
          <p:nvPr>
            <p:ph type="pic" hasCustomPrompt="1"/>
          </p:nvPr>
        </p:nvSpPr>
        <p:spPr>
          <a:xfrm>
            <a:off x="7427880" y="0"/>
            <a:ext cx="4763880" cy="6857640"/>
          </a:xfrm>
          <a:prstGeom prst="rect">
            <a:avLst/>
          </a:prstGeom>
          <a:pattFill prst="wdUpDiag">
            <a:fgClr>
              <a:srgbClr val="211A52"/>
            </a:fgClr>
            <a:bgClr>
              <a:srgbClr val="FFFFFF"/>
            </a:bgClr>
          </a:pattFill>
          <a:ln w="0">
            <a:noFill/>
          </a:ln>
        </p:spPr>
        <p:txBody>
          <a:bodyPr lIns="90000" tIns="45000" rIns="90000" bIns="45000" anchor="ctr">
            <a:normAutofit/>
          </a:bodyPr>
          <a:lstStyle/>
          <a:p>
            <a:pPr indent="0" algn="l">
              <a:buNone/>
            </a:pPr>
            <a:r>
              <a:rPr lang="en-US" sz="1000" b="0" u="none" strike="noStrike">
                <a:solidFill>
                  <a:srgbClr val="000000"/>
                </a:solidFill>
                <a:effectLst/>
                <a:uFillTx/>
                <a:latin typeface="Arial"/>
              </a:rPr>
              <a:t>Double-click to add an Image</a:t>
            </a:r>
          </a:p>
        </p:txBody>
      </p:sp>
      <p:sp>
        <p:nvSpPr>
          <p:cNvPr id="757" name="PlaceHolder 3"/>
          <p:cNvSpPr>
            <a:spLocks noGrp="1"/>
          </p:cNvSpPr>
          <p:nvPr>
            <p:ph type="title" hasCustomPrompt="1"/>
          </p:nvPr>
        </p:nvSpPr>
        <p:spPr>
          <a:xfrm>
            <a:off x="587520" y="373320"/>
            <a:ext cx="4682880" cy="1470960"/>
          </a:xfrm>
          <a:prstGeom prst="rect">
            <a:avLst/>
          </a:prstGeom>
          <a:noFill/>
          <a:ln w="0">
            <a:noFill/>
          </a:ln>
        </p:spPr>
        <p:txBody>
          <a:bodyPr lIns="0" tIns="191880" rIns="0" bIns="0" anchor="t">
            <a:noAutofit/>
          </a:bodyPr>
          <a:lstStyle>
            <a:lvl1pPr indent="0" algn="l" defTabSz="914400">
              <a:lnSpc>
                <a:spcPct val="100000"/>
              </a:lnSpc>
              <a:buNone/>
              <a:defRPr lang="en-US" sz="3600" b="1" u="none" strike="noStrike" spc="300">
                <a:solidFill>
                  <a:schemeClr val="lt1"/>
                </a:solidFill>
                <a:effectLst/>
                <a:uFillTx/>
                <a:latin typeface="Consolas"/>
              </a:defRPr>
            </a:lvl1pPr>
          </a:lstStyle>
          <a:p>
            <a:pPr indent="0" algn="l" defTabSz="914400">
              <a:lnSpc>
                <a:spcPct val="100000"/>
              </a:lnSpc>
              <a:buNone/>
            </a:pPr>
            <a:r>
              <a:rPr lang="en-US" sz="3600" b="1" u="none" strike="noStrike" spc="300">
                <a:solidFill>
                  <a:schemeClr val="lt1"/>
                </a:solidFill>
                <a:effectLst/>
                <a:uFillTx/>
                <a:latin typeface="Consolas"/>
              </a:rPr>
              <a:t>KLIK HER FOR AT ÆNDRE TITEL</a:t>
            </a:r>
          </a:p>
        </p:txBody>
      </p:sp>
      <p:grpSp>
        <p:nvGrpSpPr>
          <p:cNvPr id="758" name="Gruppe 30"/>
          <p:cNvGrpSpPr/>
          <p:nvPr/>
        </p:nvGrpSpPr>
        <p:grpSpPr>
          <a:xfrm>
            <a:off x="5466600" y="6027120"/>
            <a:ext cx="1272240" cy="668520"/>
            <a:chOff x="5466600" y="6027120"/>
            <a:chExt cx="1272240" cy="668520"/>
          </a:xfrm>
        </p:grpSpPr>
        <p:grpSp>
          <p:nvGrpSpPr>
            <p:cNvPr id="759" name="Gruppe 31"/>
            <p:cNvGrpSpPr/>
            <p:nvPr/>
          </p:nvGrpSpPr>
          <p:grpSpPr>
            <a:xfrm>
              <a:off x="5466600" y="6631920"/>
              <a:ext cx="1272240" cy="63720"/>
              <a:chOff x="5466600" y="6631920"/>
              <a:chExt cx="1272240" cy="63720"/>
            </a:xfrm>
          </p:grpSpPr>
          <p:sp>
            <p:nvSpPr>
              <p:cNvPr id="760"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35640" tIns="30600" rIns="35640" bIns="30600" numCol="1" spcCol="0" anchor="t">
                <a:noAutofit/>
              </a:bodyPr>
              <a:lstStyle/>
              <a:p>
                <a:endParaRPr lang="da-DK" sz="1800" b="0" u="none" strike="noStrike">
                  <a:solidFill>
                    <a:schemeClr val="dk1"/>
                  </a:solidFill>
                  <a:effectLst/>
                  <a:uFillTx/>
                  <a:latin typeface="Consolas"/>
                </a:endParaRPr>
              </a:p>
            </p:txBody>
          </p:sp>
          <p:sp>
            <p:nvSpPr>
              <p:cNvPr id="761"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36360" tIns="30600" rIns="36360" bIns="30600" numCol="1" spcCol="0" anchor="t">
                <a:noAutofit/>
              </a:bodyPr>
              <a:lstStyle/>
              <a:p>
                <a:endParaRPr lang="da-DK" sz="1800" b="0" u="none" strike="noStrike">
                  <a:solidFill>
                    <a:schemeClr val="dk1"/>
                  </a:solidFill>
                  <a:effectLst/>
                  <a:uFillTx/>
                  <a:latin typeface="Consolas"/>
                </a:endParaRPr>
              </a:p>
            </p:txBody>
          </p:sp>
          <p:sp>
            <p:nvSpPr>
              <p:cNvPr id="762"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763"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27720" tIns="30600" rIns="27720" bIns="30600" numCol="1" spcCol="0" anchor="t">
                <a:noAutofit/>
              </a:bodyPr>
              <a:lstStyle/>
              <a:p>
                <a:endParaRPr lang="da-DK" sz="1800" b="0" u="none" strike="noStrike">
                  <a:solidFill>
                    <a:schemeClr val="dk1"/>
                  </a:solidFill>
                  <a:effectLst/>
                  <a:uFillTx/>
                  <a:latin typeface="Consolas"/>
                </a:endParaRPr>
              </a:p>
            </p:txBody>
          </p:sp>
          <p:sp>
            <p:nvSpPr>
              <p:cNvPr id="764"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29160" tIns="32040" rIns="29160" bIns="32040" numCol="1" spcCol="0" anchor="t">
                <a:noAutofit/>
              </a:bodyPr>
              <a:lstStyle/>
              <a:p>
                <a:endParaRPr lang="da-DK" sz="1800" b="0" u="none" strike="noStrike">
                  <a:solidFill>
                    <a:schemeClr val="dk1"/>
                  </a:solidFill>
                  <a:effectLst/>
                  <a:uFillTx/>
                  <a:latin typeface="Consolas"/>
                </a:endParaRPr>
              </a:p>
            </p:txBody>
          </p:sp>
          <p:sp>
            <p:nvSpPr>
              <p:cNvPr id="765"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766"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767"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768"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769"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770"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34200" tIns="30600" rIns="34200" bIns="30600" numCol="1" spcCol="0" anchor="t">
                <a:noAutofit/>
              </a:bodyPr>
              <a:lstStyle/>
              <a:p>
                <a:endParaRPr lang="da-DK" sz="1800" b="0" u="none" strike="noStrike">
                  <a:solidFill>
                    <a:schemeClr val="dk1"/>
                  </a:solidFill>
                  <a:effectLst/>
                  <a:uFillTx/>
                  <a:latin typeface="Consolas"/>
                </a:endParaRPr>
              </a:p>
            </p:txBody>
          </p:sp>
          <p:sp>
            <p:nvSpPr>
              <p:cNvPr id="771"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772"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29160" tIns="30600" rIns="29160" bIns="30600" numCol="1" spcCol="0" anchor="t">
                <a:noAutofit/>
              </a:bodyPr>
              <a:lstStyle/>
              <a:p>
                <a:endParaRPr lang="da-DK" sz="1800" b="0" u="none" strike="noStrike">
                  <a:solidFill>
                    <a:schemeClr val="dk1"/>
                  </a:solidFill>
                  <a:effectLst/>
                  <a:uFillTx/>
                  <a:latin typeface="Consolas"/>
                </a:endParaRPr>
              </a:p>
            </p:txBody>
          </p:sp>
          <p:sp>
            <p:nvSpPr>
              <p:cNvPr id="773"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774"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775"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776"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777"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grpSp>
        <p:grpSp>
          <p:nvGrpSpPr>
            <p:cNvPr id="778" name="Gruppe 32"/>
            <p:cNvGrpSpPr/>
            <p:nvPr/>
          </p:nvGrpSpPr>
          <p:grpSpPr>
            <a:xfrm>
              <a:off x="5864400" y="6027120"/>
              <a:ext cx="413640" cy="439920"/>
              <a:chOff x="5864400" y="6027120"/>
              <a:chExt cx="413640" cy="439920"/>
            </a:xfrm>
          </p:grpSpPr>
          <p:sp>
            <p:nvSpPr>
              <p:cNvPr id="779"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780"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781"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grpSp>
      </p:grpSp>
      <p:sp>
        <p:nvSpPr>
          <p:cNvPr id="782" name="PlaceHolder 4"/>
          <p:cNvSpPr>
            <a:spLocks noGrp="1"/>
          </p:cNvSpPr>
          <p:nvPr>
            <p:ph type="body" hasCustomPrompt="1"/>
          </p:nvPr>
        </p:nvSpPr>
        <p:spPr>
          <a:xfrm>
            <a:off x="583560" y="2101680"/>
            <a:ext cx="4686840" cy="3765240"/>
          </a:xfrm>
          <a:prstGeom prst="rect">
            <a:avLst/>
          </a:prstGeom>
          <a:noFill/>
          <a:ln w="0">
            <a:noFill/>
          </a:ln>
        </p:spPr>
        <p:txBody>
          <a:bodyPr lIns="0" tIns="45720" rIns="0" bIns="45720" anchor="t">
            <a:noAutofit/>
          </a:bodyPr>
          <a:lstStyle>
            <a:lvl1pPr algn="l" defTabSz="914400">
              <a:lnSpc>
                <a:spcPct val="120000"/>
              </a:lnSpc>
              <a:spcBef>
                <a:spcPts val="1001"/>
              </a:spcBef>
              <a:buSzPct val="100051"/>
              <a:buBlip>
                <a:blip r:embed="rId2"/>
              </a:buBlip>
              <a:defRPr lang="da-DK" sz="1600" b="0" u="none" strike="noStrike">
                <a:solidFill>
                  <a:schemeClr val="lt1"/>
                </a:solidFill>
                <a:effectLst/>
                <a:uFillTx/>
                <a:latin typeface="Consolas"/>
              </a:defRPr>
            </a:lvl1pPr>
          </a:lstStyle>
          <a:p>
            <a:pPr marL="285840" indent="-285840" algn="l" defTabSz="914400">
              <a:lnSpc>
                <a:spcPct val="120000"/>
              </a:lnSpc>
              <a:spcBef>
                <a:spcPts val="1001"/>
              </a:spcBef>
              <a:buSzPct val="100051"/>
              <a:buBlip>
                <a:blip r:embed="rId2"/>
              </a:buBlip>
            </a:pPr>
            <a:r>
              <a:rPr lang="da-DK" sz="1600" b="0" u="none" strike="noStrike">
                <a:solidFill>
                  <a:schemeClr val="lt1"/>
                </a:solidFill>
                <a:effectLst/>
                <a:uFillTx/>
                <a:latin typeface="Consolas"/>
              </a:rPr>
              <a:t>Indsæt bullets</a:t>
            </a:r>
            <a:endParaRPr lang="en-US" sz="1600" b="0" u="none" strike="noStrike">
              <a:solidFill>
                <a:schemeClr val="lt1"/>
              </a:solidFill>
              <a:effectLst/>
              <a:uFillTx/>
              <a:latin typeface="Consolas"/>
            </a:endParaRPr>
          </a:p>
        </p:txBody>
      </p:sp>
      <p:grpSp>
        <p:nvGrpSpPr>
          <p:cNvPr id="783" name="Gruppe 1"/>
          <p:cNvGrpSpPr/>
          <p:nvPr/>
        </p:nvGrpSpPr>
        <p:grpSpPr>
          <a:xfrm>
            <a:off x="-3600" y="657360"/>
            <a:ext cx="405000" cy="1182240"/>
            <a:chOff x="-3600" y="657360"/>
            <a:chExt cx="405000" cy="1182240"/>
          </a:xfrm>
        </p:grpSpPr>
        <p:sp>
          <p:nvSpPr>
            <p:cNvPr id="784" name="Freeform 53"/>
            <p:cNvSpPr/>
            <p:nvPr/>
          </p:nvSpPr>
          <p:spPr>
            <a:xfrm>
              <a:off x="3283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36720" tIns="35640" rIns="36720" bIns="35640" numCol="1" spcCol="0" anchor="t">
              <a:noAutofit/>
            </a:bodyPr>
            <a:lstStyle/>
            <a:p>
              <a:endParaRPr lang="da-DK" sz="1800" b="0" u="none" strike="noStrike">
                <a:solidFill>
                  <a:schemeClr val="lt1"/>
                </a:solidFill>
                <a:effectLst/>
                <a:uFillTx/>
                <a:latin typeface="Consolas"/>
              </a:endParaRPr>
            </a:p>
          </p:txBody>
        </p:sp>
        <p:sp>
          <p:nvSpPr>
            <p:cNvPr id="785" name="Freeform 54"/>
            <p:cNvSpPr/>
            <p:nvPr/>
          </p:nvSpPr>
          <p:spPr>
            <a:xfrm>
              <a:off x="2365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82440" rIns="82440" numCol="1" spcCol="0" anchor="t">
              <a:noAutofit/>
            </a:bodyPr>
            <a:lstStyle/>
            <a:p>
              <a:endParaRPr lang="da-DK" sz="1800" b="0" u="none" strike="noStrike">
                <a:solidFill>
                  <a:schemeClr val="lt1"/>
                </a:solidFill>
                <a:effectLst/>
                <a:uFillTx/>
                <a:latin typeface="Consolas"/>
              </a:endParaRPr>
            </a:p>
          </p:txBody>
        </p:sp>
        <p:sp>
          <p:nvSpPr>
            <p:cNvPr id="786" name="Freeform 55"/>
            <p:cNvSpPr/>
            <p:nvPr/>
          </p:nvSpPr>
          <p:spPr>
            <a:xfrm>
              <a:off x="12492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lt1"/>
                </a:solidFill>
                <a:effectLst/>
                <a:uFillTx/>
                <a:latin typeface="Consolas"/>
              </a:endParaRPr>
            </a:p>
          </p:txBody>
        </p:sp>
        <p:sp>
          <p:nvSpPr>
            <p:cNvPr id="787" name="Freeform 56"/>
            <p:cNvSpPr/>
            <p:nvPr/>
          </p:nvSpPr>
          <p:spPr>
            <a:xfrm>
              <a:off x="-360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lt1"/>
                </a:solidFill>
                <a:effectLst/>
                <a:uFillTx/>
                <a:latin typeface="Consolas"/>
              </a:endParaRPr>
            </a:p>
          </p:txBody>
        </p:sp>
        <p:sp>
          <p:nvSpPr>
            <p:cNvPr id="788" name="Freeform 57"/>
            <p:cNvSpPr/>
            <p:nvPr/>
          </p:nvSpPr>
          <p:spPr>
            <a:xfrm>
              <a:off x="-360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lt1"/>
                </a:solidFill>
                <a:effectLst/>
                <a:uFillTx/>
                <a:latin typeface="Consolas"/>
              </a:endParaRPr>
            </a:p>
          </p:txBody>
        </p:sp>
        <p:sp>
          <p:nvSpPr>
            <p:cNvPr id="789" name="Freeform 58"/>
            <p:cNvSpPr/>
            <p:nvPr/>
          </p:nvSpPr>
          <p:spPr>
            <a:xfrm>
              <a:off x="-360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lt1"/>
                </a:solidFill>
                <a:effectLst/>
                <a:uFillTx/>
                <a:latin typeface="Consolas"/>
              </a:endParaRPr>
            </a:p>
          </p:txBody>
        </p:sp>
        <p:sp>
          <p:nvSpPr>
            <p:cNvPr id="790" name="Freeform 59"/>
            <p:cNvSpPr/>
            <p:nvPr/>
          </p:nvSpPr>
          <p:spPr>
            <a:xfrm>
              <a:off x="-360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lt1"/>
                </a:solidFill>
                <a:effectLst/>
                <a:uFillTx/>
                <a:latin typeface="Consolas"/>
              </a:endParaRPr>
            </a:p>
          </p:txBody>
        </p:sp>
        <p:sp>
          <p:nvSpPr>
            <p:cNvPr id="791" name="Freeform 60"/>
            <p:cNvSpPr/>
            <p:nvPr/>
          </p:nvSpPr>
          <p:spPr>
            <a:xfrm>
              <a:off x="-360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lt1"/>
                </a:solidFill>
                <a:effectLst/>
                <a:uFillTx/>
                <a:latin typeface="Consolas"/>
              </a:endParaRPr>
            </a:p>
          </p:txBody>
        </p:sp>
        <p:sp>
          <p:nvSpPr>
            <p:cNvPr id="792" name="Freeform 61"/>
            <p:cNvSpPr/>
            <p:nvPr/>
          </p:nvSpPr>
          <p:spPr>
            <a:xfrm>
              <a:off x="-360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lt1"/>
                </a:solidFill>
                <a:effectLst/>
                <a:uFillTx/>
                <a:latin typeface="Consolas"/>
              </a:endParaRPr>
            </a:p>
          </p:txBody>
        </p:sp>
        <p:sp>
          <p:nvSpPr>
            <p:cNvPr id="793" name="Freeform 62"/>
            <p:cNvSpPr/>
            <p:nvPr/>
          </p:nvSpPr>
          <p:spPr>
            <a:xfrm>
              <a:off x="-360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lt1"/>
                </a:solidFill>
                <a:effectLst/>
                <a:uFillTx/>
                <a:latin typeface="Consolas"/>
              </a:endParaRPr>
            </a:p>
          </p:txBody>
        </p:sp>
        <p:sp>
          <p:nvSpPr>
            <p:cNvPr id="794" name="Freeform 63"/>
            <p:cNvSpPr/>
            <p:nvPr/>
          </p:nvSpPr>
          <p:spPr>
            <a:xfrm>
              <a:off x="-360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lt1"/>
                </a:solidFill>
                <a:effectLst/>
                <a:uFillTx/>
                <a:latin typeface="Consolas"/>
              </a:endParaRPr>
            </a:p>
          </p:txBody>
        </p:sp>
        <p:sp>
          <p:nvSpPr>
            <p:cNvPr id="795" name="Freeform 64"/>
            <p:cNvSpPr/>
            <p:nvPr/>
          </p:nvSpPr>
          <p:spPr>
            <a:xfrm>
              <a:off x="-360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lt1"/>
                </a:solidFill>
                <a:effectLst/>
                <a:uFillTx/>
                <a:latin typeface="Consolas"/>
              </a:endParaRPr>
            </a:p>
          </p:txBody>
        </p:sp>
        <p:sp>
          <p:nvSpPr>
            <p:cNvPr id="796" name="Freeform 65"/>
            <p:cNvSpPr/>
            <p:nvPr/>
          </p:nvSpPr>
          <p:spPr>
            <a:xfrm>
              <a:off x="-360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lt1"/>
                </a:solidFill>
                <a:effectLst/>
                <a:uFillTx/>
                <a:latin typeface="Consolas"/>
              </a:endParaRPr>
            </a:p>
          </p:txBody>
        </p:sp>
        <p:sp>
          <p:nvSpPr>
            <p:cNvPr id="797" name="Freeform 66"/>
            <p:cNvSpPr/>
            <p:nvPr/>
          </p:nvSpPr>
          <p:spPr>
            <a:xfrm>
              <a:off x="-360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lt1"/>
                </a:solidFill>
                <a:effectLst/>
                <a:uFillTx/>
                <a:latin typeface="Consolas"/>
              </a:endParaRPr>
            </a:p>
          </p:txBody>
        </p:sp>
        <p:sp>
          <p:nvSpPr>
            <p:cNvPr id="798" name="Freeform 67"/>
            <p:cNvSpPr/>
            <p:nvPr/>
          </p:nvSpPr>
          <p:spPr>
            <a:xfrm>
              <a:off x="-360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lt1"/>
                </a:solidFill>
                <a:effectLst/>
                <a:uFillTx/>
                <a:latin typeface="Consolas"/>
              </a:endParaRPr>
            </a:p>
          </p:txBody>
        </p:sp>
        <p:sp>
          <p:nvSpPr>
            <p:cNvPr id="799" name="Freeform 68"/>
            <p:cNvSpPr/>
            <p:nvPr/>
          </p:nvSpPr>
          <p:spPr>
            <a:xfrm>
              <a:off x="-360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lt1"/>
                </a:solidFill>
                <a:effectLst/>
                <a:uFillTx/>
                <a:latin typeface="Consolas"/>
              </a:endParaRPr>
            </a:p>
          </p:txBody>
        </p:sp>
        <p:sp>
          <p:nvSpPr>
            <p:cNvPr id="800" name="Freeform 69"/>
            <p:cNvSpPr/>
            <p:nvPr/>
          </p:nvSpPr>
          <p:spPr>
            <a:xfrm>
              <a:off x="-360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lt1"/>
                </a:solidFill>
                <a:effectLst/>
                <a:uFillTx/>
                <a:latin typeface="Consolas"/>
              </a:endParaRPr>
            </a:p>
          </p:txBody>
        </p:sp>
        <p:sp>
          <p:nvSpPr>
            <p:cNvPr id="801" name="Freeform 70"/>
            <p:cNvSpPr/>
            <p:nvPr/>
          </p:nvSpPr>
          <p:spPr>
            <a:xfrm>
              <a:off x="-360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lt1"/>
                </a:solidFill>
                <a:effectLst/>
                <a:uFillTx/>
                <a:latin typeface="Consolas"/>
              </a:endParaRPr>
            </a:p>
          </p:txBody>
        </p:sp>
        <p:sp>
          <p:nvSpPr>
            <p:cNvPr id="802" name="Freeform 71"/>
            <p:cNvSpPr/>
            <p:nvPr/>
          </p:nvSpPr>
          <p:spPr>
            <a:xfrm>
              <a:off x="-360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tIns="32040" bIns="32040" numCol="1" spcCol="0" anchor="t">
              <a:noAutofit/>
            </a:bodyPr>
            <a:lstStyle/>
            <a:p>
              <a:endParaRPr lang="da-DK" sz="1800" b="0" u="none" strike="noStrike">
                <a:solidFill>
                  <a:schemeClr val="lt1"/>
                </a:solidFill>
                <a:effectLst/>
                <a:uFillTx/>
                <a:latin typeface="Consola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Stor billede højre - blå">
    <p:bg>
      <p:bgPr>
        <a:solidFill>
          <a:srgbClr val="FFFFFF"/>
        </a:solidFill>
        <a:effectLst/>
      </p:bgPr>
    </p:bg>
    <p:spTree>
      <p:nvGrpSpPr>
        <p:cNvPr id="1" name=""/>
        <p:cNvGrpSpPr/>
        <p:nvPr/>
      </p:nvGrpSpPr>
      <p:grpSpPr>
        <a:xfrm>
          <a:off x="0" y="0"/>
          <a:ext cx="0" cy="0"/>
          <a:chOff x="0" y="0"/>
          <a:chExt cx="0" cy="0"/>
        </a:xfrm>
      </p:grpSpPr>
      <p:grpSp>
        <p:nvGrpSpPr>
          <p:cNvPr id="803" name="Gruppe 57" hidden="1"/>
          <p:cNvGrpSpPr/>
          <p:nvPr/>
        </p:nvGrpSpPr>
        <p:grpSpPr>
          <a:xfrm>
            <a:off x="5466600" y="6027120"/>
            <a:ext cx="1272240" cy="668520"/>
            <a:chOff x="5466600" y="6027120"/>
            <a:chExt cx="1272240" cy="668520"/>
          </a:xfrm>
        </p:grpSpPr>
        <p:grpSp>
          <p:nvGrpSpPr>
            <p:cNvPr id="804" name="Gruppe 55"/>
            <p:cNvGrpSpPr/>
            <p:nvPr/>
          </p:nvGrpSpPr>
          <p:grpSpPr>
            <a:xfrm>
              <a:off x="5466600" y="6631920"/>
              <a:ext cx="1272240" cy="63720"/>
              <a:chOff x="5466600" y="6631920"/>
              <a:chExt cx="1272240" cy="63720"/>
            </a:xfrm>
          </p:grpSpPr>
          <p:sp>
            <p:nvSpPr>
              <p:cNvPr id="805"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5640" tIns="30600" rIns="35640" bIns="30600" numCol="1" spcCol="0" anchor="t">
                <a:noAutofit/>
              </a:bodyPr>
              <a:lstStyle/>
              <a:p>
                <a:endParaRPr lang="da-DK" sz="1800" b="0" u="none" strike="noStrike">
                  <a:solidFill>
                    <a:schemeClr val="dk1"/>
                  </a:solidFill>
                  <a:effectLst/>
                  <a:uFillTx/>
                  <a:latin typeface="Consolas"/>
                </a:endParaRPr>
              </a:p>
            </p:txBody>
          </p:sp>
          <p:sp>
            <p:nvSpPr>
              <p:cNvPr id="806"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6360" tIns="30600" rIns="36360" bIns="30600" numCol="1" spcCol="0" anchor="t">
                <a:noAutofit/>
              </a:bodyPr>
              <a:lstStyle/>
              <a:p>
                <a:endParaRPr lang="da-DK" sz="1800" b="0" u="none" strike="noStrike">
                  <a:solidFill>
                    <a:schemeClr val="dk1"/>
                  </a:solidFill>
                  <a:effectLst/>
                  <a:uFillTx/>
                  <a:latin typeface="Consolas"/>
                </a:endParaRPr>
              </a:p>
            </p:txBody>
          </p:sp>
          <p:sp>
            <p:nvSpPr>
              <p:cNvPr id="807"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808"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720" tIns="30600" rIns="27720" bIns="30600" numCol="1" spcCol="0" anchor="t">
                <a:noAutofit/>
              </a:bodyPr>
              <a:lstStyle/>
              <a:p>
                <a:endParaRPr lang="da-DK" sz="1800" b="0" u="none" strike="noStrike">
                  <a:solidFill>
                    <a:schemeClr val="dk1"/>
                  </a:solidFill>
                  <a:effectLst/>
                  <a:uFillTx/>
                  <a:latin typeface="Consolas"/>
                </a:endParaRPr>
              </a:p>
            </p:txBody>
          </p:sp>
          <p:sp>
            <p:nvSpPr>
              <p:cNvPr id="809"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2040" rIns="29160" bIns="32040" numCol="1" spcCol="0" anchor="t">
                <a:noAutofit/>
              </a:bodyPr>
              <a:lstStyle/>
              <a:p>
                <a:endParaRPr lang="da-DK" sz="1800" b="0" u="none" strike="noStrike">
                  <a:solidFill>
                    <a:schemeClr val="dk1"/>
                  </a:solidFill>
                  <a:effectLst/>
                  <a:uFillTx/>
                  <a:latin typeface="Consolas"/>
                </a:endParaRPr>
              </a:p>
            </p:txBody>
          </p:sp>
          <p:sp>
            <p:nvSpPr>
              <p:cNvPr id="810"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811"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812"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813"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814"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815"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4200" tIns="30600" rIns="34200" bIns="30600" numCol="1" spcCol="0" anchor="t">
                <a:noAutofit/>
              </a:bodyPr>
              <a:lstStyle/>
              <a:p>
                <a:endParaRPr lang="da-DK" sz="1800" b="0" u="none" strike="noStrike">
                  <a:solidFill>
                    <a:schemeClr val="dk1"/>
                  </a:solidFill>
                  <a:effectLst/>
                  <a:uFillTx/>
                  <a:latin typeface="Consolas"/>
                </a:endParaRPr>
              </a:p>
            </p:txBody>
          </p:sp>
          <p:sp>
            <p:nvSpPr>
              <p:cNvPr id="816"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817"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0600" rIns="29160" bIns="30600" numCol="1" spcCol="0" anchor="t">
                <a:noAutofit/>
              </a:bodyPr>
              <a:lstStyle/>
              <a:p>
                <a:endParaRPr lang="da-DK" sz="1800" b="0" u="none" strike="noStrike">
                  <a:solidFill>
                    <a:schemeClr val="dk1"/>
                  </a:solidFill>
                  <a:effectLst/>
                  <a:uFillTx/>
                  <a:latin typeface="Consolas"/>
                </a:endParaRPr>
              </a:p>
            </p:txBody>
          </p:sp>
          <p:sp>
            <p:nvSpPr>
              <p:cNvPr id="818"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819"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820"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821"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822"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grpSp>
        <p:grpSp>
          <p:nvGrpSpPr>
            <p:cNvPr id="823" name="Gruppe 56"/>
            <p:cNvGrpSpPr/>
            <p:nvPr/>
          </p:nvGrpSpPr>
          <p:grpSpPr>
            <a:xfrm>
              <a:off x="5864400" y="6027120"/>
              <a:ext cx="413640" cy="439920"/>
              <a:chOff x="5864400" y="6027120"/>
              <a:chExt cx="413640" cy="439920"/>
            </a:xfrm>
          </p:grpSpPr>
          <p:sp>
            <p:nvSpPr>
              <p:cNvPr id="824"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825"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826"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grpSp>
      </p:grpSp>
      <p:grpSp>
        <p:nvGrpSpPr>
          <p:cNvPr id="827" name="Gruppe 80" hidden="1"/>
          <p:cNvGrpSpPr/>
          <p:nvPr/>
        </p:nvGrpSpPr>
        <p:grpSpPr>
          <a:xfrm>
            <a:off x="-3600" y="657360"/>
            <a:ext cx="405000" cy="1182240"/>
            <a:chOff x="-3600" y="657360"/>
            <a:chExt cx="405000" cy="1182240"/>
          </a:xfrm>
        </p:grpSpPr>
        <p:sp>
          <p:nvSpPr>
            <p:cNvPr id="828" name="Freeform 53"/>
            <p:cNvSpPr/>
            <p:nvPr/>
          </p:nvSpPr>
          <p:spPr>
            <a:xfrm>
              <a:off x="3283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829" name="Freeform 54"/>
            <p:cNvSpPr/>
            <p:nvPr/>
          </p:nvSpPr>
          <p:spPr>
            <a:xfrm>
              <a:off x="2365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rIns="71280" numCol="1" spcCol="0" anchor="t">
              <a:noAutofit/>
            </a:bodyPr>
            <a:lstStyle/>
            <a:p>
              <a:endParaRPr lang="da-DK" sz="1800" b="0" u="none" strike="noStrike">
                <a:solidFill>
                  <a:schemeClr val="dk1"/>
                </a:solidFill>
                <a:effectLst/>
                <a:uFillTx/>
                <a:latin typeface="Consolas"/>
              </a:endParaRPr>
            </a:p>
          </p:txBody>
        </p:sp>
        <p:sp>
          <p:nvSpPr>
            <p:cNvPr id="830" name="Freeform 55"/>
            <p:cNvSpPr/>
            <p:nvPr/>
          </p:nvSpPr>
          <p:spPr>
            <a:xfrm>
              <a:off x="12492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831" name="Freeform 56"/>
            <p:cNvSpPr/>
            <p:nvPr/>
          </p:nvSpPr>
          <p:spPr>
            <a:xfrm>
              <a:off x="-360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832" name="Freeform 57"/>
            <p:cNvSpPr/>
            <p:nvPr/>
          </p:nvSpPr>
          <p:spPr>
            <a:xfrm>
              <a:off x="-360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833" name="Freeform 58"/>
            <p:cNvSpPr/>
            <p:nvPr/>
          </p:nvSpPr>
          <p:spPr>
            <a:xfrm>
              <a:off x="-360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834" name="Freeform 59"/>
            <p:cNvSpPr/>
            <p:nvPr/>
          </p:nvSpPr>
          <p:spPr>
            <a:xfrm>
              <a:off x="-360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835" name="Freeform 60"/>
            <p:cNvSpPr/>
            <p:nvPr/>
          </p:nvSpPr>
          <p:spPr>
            <a:xfrm>
              <a:off x="-360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836" name="Freeform 61"/>
            <p:cNvSpPr/>
            <p:nvPr/>
          </p:nvSpPr>
          <p:spPr>
            <a:xfrm>
              <a:off x="-360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837" name="Freeform 62"/>
            <p:cNvSpPr/>
            <p:nvPr/>
          </p:nvSpPr>
          <p:spPr>
            <a:xfrm>
              <a:off x="-360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838" name="Freeform 63"/>
            <p:cNvSpPr/>
            <p:nvPr/>
          </p:nvSpPr>
          <p:spPr>
            <a:xfrm>
              <a:off x="-360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839" name="Freeform 64"/>
            <p:cNvSpPr/>
            <p:nvPr/>
          </p:nvSpPr>
          <p:spPr>
            <a:xfrm>
              <a:off x="-360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840" name="Freeform 65"/>
            <p:cNvSpPr/>
            <p:nvPr/>
          </p:nvSpPr>
          <p:spPr>
            <a:xfrm>
              <a:off x="-360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841" name="Freeform 66"/>
            <p:cNvSpPr/>
            <p:nvPr/>
          </p:nvSpPr>
          <p:spPr>
            <a:xfrm>
              <a:off x="-360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842" name="Freeform 67"/>
            <p:cNvSpPr/>
            <p:nvPr/>
          </p:nvSpPr>
          <p:spPr>
            <a:xfrm>
              <a:off x="-360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843" name="Freeform 68"/>
            <p:cNvSpPr/>
            <p:nvPr/>
          </p:nvSpPr>
          <p:spPr>
            <a:xfrm>
              <a:off x="-360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844" name="Freeform 69"/>
            <p:cNvSpPr/>
            <p:nvPr/>
          </p:nvSpPr>
          <p:spPr>
            <a:xfrm>
              <a:off x="-360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845" name="Freeform 70"/>
            <p:cNvSpPr/>
            <p:nvPr/>
          </p:nvSpPr>
          <p:spPr>
            <a:xfrm>
              <a:off x="-360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846" name="Freeform 71"/>
            <p:cNvSpPr/>
            <p:nvPr/>
          </p:nvSpPr>
          <p:spPr>
            <a:xfrm>
              <a:off x="-360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tIns="32040" bIns="32040" numCol="1" spcCol="0" anchor="t">
              <a:noAutofit/>
            </a:bodyPr>
            <a:lstStyle/>
            <a:p>
              <a:endParaRPr lang="da-DK" sz="1800" b="0" u="none" strike="noStrike">
                <a:solidFill>
                  <a:schemeClr val="dk1"/>
                </a:solidFill>
                <a:effectLst/>
                <a:uFillTx/>
                <a:latin typeface="Consolas"/>
              </a:endParaRPr>
            </a:p>
          </p:txBody>
        </p:sp>
      </p:grpSp>
      <p:sp>
        <p:nvSpPr>
          <p:cNvPr id="847" name="Rectangle 6"/>
          <p:cNvSpPr/>
          <p:nvPr/>
        </p:nvSpPr>
        <p:spPr>
          <a:xfrm>
            <a:off x="0" y="0"/>
            <a:ext cx="527004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horzOverflow="overflow" numCol="1" spcCol="0" anchor="ctr">
            <a:noAutofit/>
          </a:bodyPr>
          <a:lstStyle/>
          <a:p>
            <a:endParaRPr lang="en-US" sz="1800" b="0" u="none" strike="noStrike">
              <a:solidFill>
                <a:schemeClr val="lt1"/>
              </a:solidFill>
              <a:effectLst/>
              <a:uFillTx/>
              <a:latin typeface="Consolas"/>
            </a:endParaRPr>
          </a:p>
        </p:txBody>
      </p:sp>
      <p:sp>
        <p:nvSpPr>
          <p:cNvPr id="848" name="PlaceHolder 1"/>
          <p:cNvSpPr>
            <a:spLocks noGrp="1"/>
          </p:cNvSpPr>
          <p:nvPr>
            <p:ph type="sldNum" idx="10"/>
          </p:nvPr>
        </p:nvSpPr>
        <p:spPr>
          <a:xfrm>
            <a:off x="11340000" y="593280"/>
            <a:ext cx="570960" cy="226800"/>
          </a:xfrm>
          <a:prstGeom prst="rect">
            <a:avLst/>
          </a:prstGeom>
          <a:noFill/>
          <a:ln w="0">
            <a:noFill/>
          </a:ln>
        </p:spPr>
        <p:txBody>
          <a:bodyPr lIns="0" tIns="0" rIns="0" bIns="0" anchor="ctr">
            <a:noAutofit/>
          </a:bodyPr>
          <a:lstStyle>
            <a:lvl1pPr indent="0" algn="r" defTabSz="914400">
              <a:lnSpc>
                <a:spcPct val="100000"/>
              </a:lnSpc>
              <a:buNone/>
              <a:defRPr lang="en-US" sz="1000" b="1" u="none" strike="noStrike">
                <a:solidFill>
                  <a:schemeClr val="dk1">
                    <a:alpha val="70000"/>
                  </a:schemeClr>
                </a:solidFill>
                <a:effectLst/>
                <a:uFillTx/>
                <a:latin typeface="Consolas"/>
                <a:ea typeface="Montserrat Medium"/>
              </a:defRPr>
            </a:lvl1pPr>
          </a:lstStyle>
          <a:p>
            <a:pPr indent="0" algn="r" defTabSz="914400">
              <a:lnSpc>
                <a:spcPct val="100000"/>
              </a:lnSpc>
              <a:buNone/>
            </a:pPr>
            <a:fld id="{2E13E56C-DE3D-4B90-A4CC-F69ADE863AF9}" type="slidenum">
              <a:rPr lang="en-US" sz="1000" b="1" u="none" strike="noStrike">
                <a:solidFill>
                  <a:schemeClr val="dk1">
                    <a:alpha val="70000"/>
                  </a:schemeClr>
                </a:solidFill>
                <a:effectLst/>
                <a:uFillTx/>
                <a:latin typeface="Consolas"/>
                <a:ea typeface="Montserrat Medium"/>
              </a:rPr>
              <a:t>‹#›</a:t>
            </a:fld>
            <a:endParaRPr lang="en-US" sz="1000" b="0" u="none" strike="noStrike">
              <a:solidFill>
                <a:srgbClr val="000000"/>
              </a:solidFill>
              <a:effectLst/>
              <a:uFillTx/>
              <a:latin typeface="Times New Roman"/>
            </a:endParaRPr>
          </a:p>
        </p:txBody>
      </p:sp>
      <p:sp>
        <p:nvSpPr>
          <p:cNvPr id="849" name="PlaceHolder 2"/>
          <p:cNvSpPr>
            <a:spLocks noGrp="1"/>
          </p:cNvSpPr>
          <p:nvPr>
            <p:ph type="title" hasCustomPrompt="1"/>
          </p:nvPr>
        </p:nvSpPr>
        <p:spPr>
          <a:xfrm>
            <a:off x="587520" y="373320"/>
            <a:ext cx="4454280" cy="1470960"/>
          </a:xfrm>
          <a:prstGeom prst="rect">
            <a:avLst/>
          </a:prstGeom>
          <a:noFill/>
          <a:ln w="0">
            <a:noFill/>
          </a:ln>
        </p:spPr>
        <p:txBody>
          <a:bodyPr lIns="0" tIns="191880" rIns="0" bIns="0" anchor="t">
            <a:noAutofit/>
          </a:bodyPr>
          <a:lstStyle>
            <a:lvl1pPr indent="0" algn="l" defTabSz="914400">
              <a:lnSpc>
                <a:spcPct val="100000"/>
              </a:lnSpc>
              <a:buNone/>
              <a:defRPr lang="en-US" sz="3600" b="1" u="none" strike="noStrike" spc="300">
                <a:solidFill>
                  <a:schemeClr val="lt1"/>
                </a:solidFill>
                <a:effectLst/>
                <a:uFillTx/>
                <a:latin typeface="Consolas"/>
              </a:defRPr>
            </a:lvl1pPr>
          </a:lstStyle>
          <a:p>
            <a:pPr indent="0" algn="l" defTabSz="914400">
              <a:lnSpc>
                <a:spcPct val="100000"/>
              </a:lnSpc>
              <a:buNone/>
            </a:pPr>
            <a:r>
              <a:rPr lang="en-US" sz="3600" b="1" u="none" strike="noStrike" spc="300">
                <a:solidFill>
                  <a:schemeClr val="lt1"/>
                </a:solidFill>
                <a:effectLst/>
                <a:uFillTx/>
                <a:latin typeface="Consolas"/>
              </a:rPr>
              <a:t>KLIK HER FOR AT ÆNDRE TITEL</a:t>
            </a:r>
          </a:p>
        </p:txBody>
      </p:sp>
      <p:grpSp>
        <p:nvGrpSpPr>
          <p:cNvPr id="850" name="Gruppe 30"/>
          <p:cNvGrpSpPr/>
          <p:nvPr/>
        </p:nvGrpSpPr>
        <p:grpSpPr>
          <a:xfrm>
            <a:off x="5466600" y="6027120"/>
            <a:ext cx="1272240" cy="668520"/>
            <a:chOff x="5466600" y="6027120"/>
            <a:chExt cx="1272240" cy="668520"/>
          </a:xfrm>
        </p:grpSpPr>
        <p:grpSp>
          <p:nvGrpSpPr>
            <p:cNvPr id="851" name="Gruppe 31"/>
            <p:cNvGrpSpPr/>
            <p:nvPr/>
          </p:nvGrpSpPr>
          <p:grpSpPr>
            <a:xfrm>
              <a:off x="5466600" y="6631920"/>
              <a:ext cx="1272240" cy="63720"/>
              <a:chOff x="5466600" y="6631920"/>
              <a:chExt cx="1272240" cy="63720"/>
            </a:xfrm>
          </p:grpSpPr>
          <p:sp>
            <p:nvSpPr>
              <p:cNvPr id="852"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35640" tIns="30600" rIns="35640" bIns="30600" numCol="1" spcCol="0" anchor="t">
                <a:noAutofit/>
              </a:bodyPr>
              <a:lstStyle/>
              <a:p>
                <a:endParaRPr lang="da-DK" sz="1800" b="0" u="none" strike="noStrike">
                  <a:solidFill>
                    <a:schemeClr val="dk1"/>
                  </a:solidFill>
                  <a:effectLst/>
                  <a:uFillTx/>
                  <a:latin typeface="Consolas"/>
                </a:endParaRPr>
              </a:p>
            </p:txBody>
          </p:sp>
          <p:sp>
            <p:nvSpPr>
              <p:cNvPr id="853"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36360" tIns="30600" rIns="36360" bIns="30600" numCol="1" spcCol="0" anchor="t">
                <a:noAutofit/>
              </a:bodyPr>
              <a:lstStyle/>
              <a:p>
                <a:endParaRPr lang="da-DK" sz="1800" b="0" u="none" strike="noStrike">
                  <a:solidFill>
                    <a:schemeClr val="dk1"/>
                  </a:solidFill>
                  <a:effectLst/>
                  <a:uFillTx/>
                  <a:latin typeface="Consolas"/>
                </a:endParaRPr>
              </a:p>
            </p:txBody>
          </p:sp>
          <p:sp>
            <p:nvSpPr>
              <p:cNvPr id="854"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855"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27720" tIns="30600" rIns="27720" bIns="30600" numCol="1" spcCol="0" anchor="t">
                <a:noAutofit/>
              </a:bodyPr>
              <a:lstStyle/>
              <a:p>
                <a:endParaRPr lang="da-DK" sz="1800" b="0" u="none" strike="noStrike">
                  <a:solidFill>
                    <a:schemeClr val="dk1"/>
                  </a:solidFill>
                  <a:effectLst/>
                  <a:uFillTx/>
                  <a:latin typeface="Consolas"/>
                </a:endParaRPr>
              </a:p>
            </p:txBody>
          </p:sp>
          <p:sp>
            <p:nvSpPr>
              <p:cNvPr id="856"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29160" tIns="32040" rIns="29160" bIns="32040" numCol="1" spcCol="0" anchor="t">
                <a:noAutofit/>
              </a:bodyPr>
              <a:lstStyle/>
              <a:p>
                <a:endParaRPr lang="da-DK" sz="1800" b="0" u="none" strike="noStrike">
                  <a:solidFill>
                    <a:schemeClr val="dk1"/>
                  </a:solidFill>
                  <a:effectLst/>
                  <a:uFillTx/>
                  <a:latin typeface="Consolas"/>
                </a:endParaRPr>
              </a:p>
            </p:txBody>
          </p:sp>
          <p:sp>
            <p:nvSpPr>
              <p:cNvPr id="857"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858"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859"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860"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861"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862"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34200" tIns="30600" rIns="34200" bIns="30600" numCol="1" spcCol="0" anchor="t">
                <a:noAutofit/>
              </a:bodyPr>
              <a:lstStyle/>
              <a:p>
                <a:endParaRPr lang="da-DK" sz="1800" b="0" u="none" strike="noStrike">
                  <a:solidFill>
                    <a:schemeClr val="dk1"/>
                  </a:solidFill>
                  <a:effectLst/>
                  <a:uFillTx/>
                  <a:latin typeface="Consolas"/>
                </a:endParaRPr>
              </a:p>
            </p:txBody>
          </p:sp>
          <p:sp>
            <p:nvSpPr>
              <p:cNvPr id="863"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864"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29160" tIns="30600" rIns="29160" bIns="30600" numCol="1" spcCol="0" anchor="t">
                <a:noAutofit/>
              </a:bodyPr>
              <a:lstStyle/>
              <a:p>
                <a:endParaRPr lang="da-DK" sz="1800" b="0" u="none" strike="noStrike">
                  <a:solidFill>
                    <a:schemeClr val="dk1"/>
                  </a:solidFill>
                  <a:effectLst/>
                  <a:uFillTx/>
                  <a:latin typeface="Consolas"/>
                </a:endParaRPr>
              </a:p>
            </p:txBody>
          </p:sp>
          <p:sp>
            <p:nvSpPr>
              <p:cNvPr id="865"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866"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867"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868"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869"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grpSp>
        <p:grpSp>
          <p:nvGrpSpPr>
            <p:cNvPr id="870" name="Gruppe 32"/>
            <p:cNvGrpSpPr/>
            <p:nvPr/>
          </p:nvGrpSpPr>
          <p:grpSpPr>
            <a:xfrm>
              <a:off x="5864400" y="6027120"/>
              <a:ext cx="413640" cy="439920"/>
              <a:chOff x="5864400" y="6027120"/>
              <a:chExt cx="413640" cy="439920"/>
            </a:xfrm>
          </p:grpSpPr>
          <p:sp>
            <p:nvSpPr>
              <p:cNvPr id="871"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872"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873"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grpSp>
      </p:grpSp>
      <p:sp>
        <p:nvSpPr>
          <p:cNvPr id="874" name="PlaceHolder 3"/>
          <p:cNvSpPr>
            <a:spLocks noGrp="1"/>
          </p:cNvSpPr>
          <p:nvPr>
            <p:ph type="body" hasCustomPrompt="1"/>
          </p:nvPr>
        </p:nvSpPr>
        <p:spPr>
          <a:xfrm>
            <a:off x="583560" y="2101680"/>
            <a:ext cx="4458240" cy="3600000"/>
          </a:xfrm>
          <a:prstGeom prst="rect">
            <a:avLst/>
          </a:prstGeom>
          <a:noFill/>
          <a:ln w="0">
            <a:noFill/>
          </a:ln>
        </p:spPr>
        <p:txBody>
          <a:bodyPr lIns="0" tIns="45720" rIns="0" bIns="45720" anchor="t">
            <a:noAutofit/>
          </a:bodyPr>
          <a:lstStyle>
            <a:lvl1pPr algn="l" defTabSz="914400">
              <a:lnSpc>
                <a:spcPct val="120000"/>
              </a:lnSpc>
              <a:spcBef>
                <a:spcPts val="1001"/>
              </a:spcBef>
              <a:buSzPct val="100051"/>
              <a:buBlip>
                <a:blip r:embed="rId2"/>
              </a:buBlip>
              <a:defRPr lang="da-DK" sz="1600" b="0" u="none" strike="noStrike">
                <a:solidFill>
                  <a:schemeClr val="lt1"/>
                </a:solidFill>
                <a:effectLst/>
                <a:uFillTx/>
                <a:latin typeface="Consolas"/>
              </a:defRPr>
            </a:lvl1pPr>
          </a:lstStyle>
          <a:p>
            <a:pPr marL="285840" indent="-285840" algn="l" defTabSz="914400">
              <a:lnSpc>
                <a:spcPct val="120000"/>
              </a:lnSpc>
              <a:spcBef>
                <a:spcPts val="1001"/>
              </a:spcBef>
              <a:buSzPct val="100051"/>
              <a:buBlip>
                <a:blip r:embed="rId2"/>
              </a:buBlip>
            </a:pPr>
            <a:r>
              <a:rPr lang="da-DK" sz="1600" b="0" u="none" strike="noStrike">
                <a:solidFill>
                  <a:schemeClr val="lt1"/>
                </a:solidFill>
                <a:effectLst/>
                <a:uFillTx/>
                <a:latin typeface="Consolas"/>
              </a:rPr>
              <a:t>Indsæt bullets</a:t>
            </a:r>
            <a:endParaRPr lang="en-US" sz="1600" b="0" u="none" strike="noStrike">
              <a:solidFill>
                <a:schemeClr val="lt1"/>
              </a:solidFill>
              <a:effectLst/>
              <a:uFillTx/>
              <a:latin typeface="Consolas"/>
            </a:endParaRPr>
          </a:p>
        </p:txBody>
      </p:sp>
      <p:grpSp>
        <p:nvGrpSpPr>
          <p:cNvPr id="875" name="Gruppe 1"/>
          <p:cNvGrpSpPr/>
          <p:nvPr/>
        </p:nvGrpSpPr>
        <p:grpSpPr>
          <a:xfrm>
            <a:off x="-3600" y="657360"/>
            <a:ext cx="405000" cy="1182240"/>
            <a:chOff x="-3600" y="657360"/>
            <a:chExt cx="405000" cy="1182240"/>
          </a:xfrm>
        </p:grpSpPr>
        <p:sp>
          <p:nvSpPr>
            <p:cNvPr id="876" name="Freeform 53"/>
            <p:cNvSpPr/>
            <p:nvPr/>
          </p:nvSpPr>
          <p:spPr>
            <a:xfrm>
              <a:off x="3283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36720" tIns="35640" rIns="36720" bIns="35640" numCol="1" spcCol="0" anchor="t">
              <a:noAutofit/>
            </a:bodyPr>
            <a:lstStyle/>
            <a:p>
              <a:endParaRPr lang="da-DK" sz="1800" b="0" u="none" strike="noStrike">
                <a:solidFill>
                  <a:schemeClr val="lt1"/>
                </a:solidFill>
                <a:effectLst/>
                <a:uFillTx/>
                <a:latin typeface="Consolas"/>
              </a:endParaRPr>
            </a:p>
          </p:txBody>
        </p:sp>
        <p:sp>
          <p:nvSpPr>
            <p:cNvPr id="877" name="Freeform 54"/>
            <p:cNvSpPr/>
            <p:nvPr/>
          </p:nvSpPr>
          <p:spPr>
            <a:xfrm>
              <a:off x="2365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82440" rIns="82440" numCol="1" spcCol="0" anchor="t">
              <a:noAutofit/>
            </a:bodyPr>
            <a:lstStyle/>
            <a:p>
              <a:endParaRPr lang="da-DK" sz="1800" b="0" u="none" strike="noStrike">
                <a:solidFill>
                  <a:schemeClr val="lt1"/>
                </a:solidFill>
                <a:effectLst/>
                <a:uFillTx/>
                <a:latin typeface="Consolas"/>
              </a:endParaRPr>
            </a:p>
          </p:txBody>
        </p:sp>
        <p:sp>
          <p:nvSpPr>
            <p:cNvPr id="878" name="Freeform 55"/>
            <p:cNvSpPr/>
            <p:nvPr/>
          </p:nvSpPr>
          <p:spPr>
            <a:xfrm>
              <a:off x="12492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lt1"/>
                </a:solidFill>
                <a:effectLst/>
                <a:uFillTx/>
                <a:latin typeface="Consolas"/>
              </a:endParaRPr>
            </a:p>
          </p:txBody>
        </p:sp>
        <p:sp>
          <p:nvSpPr>
            <p:cNvPr id="879" name="Freeform 56"/>
            <p:cNvSpPr/>
            <p:nvPr/>
          </p:nvSpPr>
          <p:spPr>
            <a:xfrm>
              <a:off x="-360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lt1"/>
                </a:solidFill>
                <a:effectLst/>
                <a:uFillTx/>
                <a:latin typeface="Consolas"/>
              </a:endParaRPr>
            </a:p>
          </p:txBody>
        </p:sp>
        <p:sp>
          <p:nvSpPr>
            <p:cNvPr id="880" name="Freeform 57"/>
            <p:cNvSpPr/>
            <p:nvPr/>
          </p:nvSpPr>
          <p:spPr>
            <a:xfrm>
              <a:off x="-360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lt1"/>
                </a:solidFill>
                <a:effectLst/>
                <a:uFillTx/>
                <a:latin typeface="Consolas"/>
              </a:endParaRPr>
            </a:p>
          </p:txBody>
        </p:sp>
        <p:sp>
          <p:nvSpPr>
            <p:cNvPr id="881" name="Freeform 58"/>
            <p:cNvSpPr/>
            <p:nvPr/>
          </p:nvSpPr>
          <p:spPr>
            <a:xfrm>
              <a:off x="-360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lt1"/>
                </a:solidFill>
                <a:effectLst/>
                <a:uFillTx/>
                <a:latin typeface="Consolas"/>
              </a:endParaRPr>
            </a:p>
          </p:txBody>
        </p:sp>
        <p:sp>
          <p:nvSpPr>
            <p:cNvPr id="882" name="Freeform 59"/>
            <p:cNvSpPr/>
            <p:nvPr/>
          </p:nvSpPr>
          <p:spPr>
            <a:xfrm>
              <a:off x="-360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lt1"/>
                </a:solidFill>
                <a:effectLst/>
                <a:uFillTx/>
                <a:latin typeface="Consolas"/>
              </a:endParaRPr>
            </a:p>
          </p:txBody>
        </p:sp>
        <p:sp>
          <p:nvSpPr>
            <p:cNvPr id="883" name="Freeform 60"/>
            <p:cNvSpPr/>
            <p:nvPr/>
          </p:nvSpPr>
          <p:spPr>
            <a:xfrm>
              <a:off x="-360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lt1"/>
                </a:solidFill>
                <a:effectLst/>
                <a:uFillTx/>
                <a:latin typeface="Consolas"/>
              </a:endParaRPr>
            </a:p>
          </p:txBody>
        </p:sp>
        <p:sp>
          <p:nvSpPr>
            <p:cNvPr id="884" name="Freeform 61"/>
            <p:cNvSpPr/>
            <p:nvPr/>
          </p:nvSpPr>
          <p:spPr>
            <a:xfrm>
              <a:off x="-360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lt1"/>
                </a:solidFill>
                <a:effectLst/>
                <a:uFillTx/>
                <a:latin typeface="Consolas"/>
              </a:endParaRPr>
            </a:p>
          </p:txBody>
        </p:sp>
        <p:sp>
          <p:nvSpPr>
            <p:cNvPr id="885" name="Freeform 62"/>
            <p:cNvSpPr/>
            <p:nvPr/>
          </p:nvSpPr>
          <p:spPr>
            <a:xfrm>
              <a:off x="-360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lt1"/>
                </a:solidFill>
                <a:effectLst/>
                <a:uFillTx/>
                <a:latin typeface="Consolas"/>
              </a:endParaRPr>
            </a:p>
          </p:txBody>
        </p:sp>
        <p:sp>
          <p:nvSpPr>
            <p:cNvPr id="886" name="Freeform 63"/>
            <p:cNvSpPr/>
            <p:nvPr/>
          </p:nvSpPr>
          <p:spPr>
            <a:xfrm>
              <a:off x="-360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lt1"/>
                </a:solidFill>
                <a:effectLst/>
                <a:uFillTx/>
                <a:latin typeface="Consolas"/>
              </a:endParaRPr>
            </a:p>
          </p:txBody>
        </p:sp>
        <p:sp>
          <p:nvSpPr>
            <p:cNvPr id="887" name="Freeform 64"/>
            <p:cNvSpPr/>
            <p:nvPr/>
          </p:nvSpPr>
          <p:spPr>
            <a:xfrm>
              <a:off x="-360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lt1"/>
                </a:solidFill>
                <a:effectLst/>
                <a:uFillTx/>
                <a:latin typeface="Consolas"/>
              </a:endParaRPr>
            </a:p>
          </p:txBody>
        </p:sp>
        <p:sp>
          <p:nvSpPr>
            <p:cNvPr id="888" name="Freeform 65"/>
            <p:cNvSpPr/>
            <p:nvPr/>
          </p:nvSpPr>
          <p:spPr>
            <a:xfrm>
              <a:off x="-360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lt1"/>
                </a:solidFill>
                <a:effectLst/>
                <a:uFillTx/>
                <a:latin typeface="Consolas"/>
              </a:endParaRPr>
            </a:p>
          </p:txBody>
        </p:sp>
        <p:sp>
          <p:nvSpPr>
            <p:cNvPr id="889" name="Freeform 66"/>
            <p:cNvSpPr/>
            <p:nvPr/>
          </p:nvSpPr>
          <p:spPr>
            <a:xfrm>
              <a:off x="-360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lt1"/>
                </a:solidFill>
                <a:effectLst/>
                <a:uFillTx/>
                <a:latin typeface="Consolas"/>
              </a:endParaRPr>
            </a:p>
          </p:txBody>
        </p:sp>
        <p:sp>
          <p:nvSpPr>
            <p:cNvPr id="890" name="Freeform 67"/>
            <p:cNvSpPr/>
            <p:nvPr/>
          </p:nvSpPr>
          <p:spPr>
            <a:xfrm>
              <a:off x="-360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lt1"/>
                </a:solidFill>
                <a:effectLst/>
                <a:uFillTx/>
                <a:latin typeface="Consolas"/>
              </a:endParaRPr>
            </a:p>
          </p:txBody>
        </p:sp>
        <p:sp>
          <p:nvSpPr>
            <p:cNvPr id="891" name="Freeform 68"/>
            <p:cNvSpPr/>
            <p:nvPr/>
          </p:nvSpPr>
          <p:spPr>
            <a:xfrm>
              <a:off x="-360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lt1"/>
                </a:solidFill>
                <a:effectLst/>
                <a:uFillTx/>
                <a:latin typeface="Consolas"/>
              </a:endParaRPr>
            </a:p>
          </p:txBody>
        </p:sp>
        <p:sp>
          <p:nvSpPr>
            <p:cNvPr id="892" name="Freeform 69"/>
            <p:cNvSpPr/>
            <p:nvPr/>
          </p:nvSpPr>
          <p:spPr>
            <a:xfrm>
              <a:off x="-360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lt1"/>
                </a:solidFill>
                <a:effectLst/>
                <a:uFillTx/>
                <a:latin typeface="Consolas"/>
              </a:endParaRPr>
            </a:p>
          </p:txBody>
        </p:sp>
        <p:sp>
          <p:nvSpPr>
            <p:cNvPr id="893" name="Freeform 70"/>
            <p:cNvSpPr/>
            <p:nvPr/>
          </p:nvSpPr>
          <p:spPr>
            <a:xfrm>
              <a:off x="-360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lt1"/>
                </a:solidFill>
                <a:effectLst/>
                <a:uFillTx/>
                <a:latin typeface="Consolas"/>
              </a:endParaRPr>
            </a:p>
          </p:txBody>
        </p:sp>
        <p:sp>
          <p:nvSpPr>
            <p:cNvPr id="894" name="Freeform 71"/>
            <p:cNvSpPr/>
            <p:nvPr/>
          </p:nvSpPr>
          <p:spPr>
            <a:xfrm>
              <a:off x="-360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tIns="32040" bIns="32040" numCol="1" spcCol="0" anchor="t">
              <a:noAutofit/>
            </a:bodyPr>
            <a:lstStyle/>
            <a:p>
              <a:endParaRPr lang="da-DK" sz="1800" b="0" u="none" strike="noStrike">
                <a:solidFill>
                  <a:schemeClr val="lt1"/>
                </a:solidFill>
                <a:effectLst/>
                <a:uFillTx/>
                <a:latin typeface="Consolas"/>
              </a:endParaRPr>
            </a:p>
          </p:txBody>
        </p:sp>
      </p:grpSp>
      <p:sp>
        <p:nvSpPr>
          <p:cNvPr id="895" name="PlaceHolder 4"/>
          <p:cNvSpPr>
            <a:spLocks noGrp="1"/>
          </p:cNvSpPr>
          <p:nvPr>
            <p:ph type="pic" hasCustomPrompt="1"/>
          </p:nvPr>
        </p:nvSpPr>
        <p:spPr>
          <a:xfrm>
            <a:off x="5270400" y="0"/>
            <a:ext cx="6921000" cy="6857640"/>
          </a:xfrm>
          <a:prstGeom prst="rect">
            <a:avLst/>
          </a:prstGeom>
          <a:pattFill prst="wdUpDiag">
            <a:fgClr>
              <a:srgbClr val="211A52"/>
            </a:fgClr>
            <a:bgClr>
              <a:srgbClr val="FFFFFF"/>
            </a:bgClr>
          </a:pattFill>
          <a:ln w="0">
            <a:noFill/>
          </a:ln>
        </p:spPr>
        <p:txBody>
          <a:bodyPr lIns="90000" tIns="45000" rIns="90000" bIns="45000" anchor="ctr">
            <a:normAutofit/>
          </a:bodyPr>
          <a:lstStyle/>
          <a:p>
            <a:pPr indent="0" algn="l">
              <a:buNone/>
            </a:pPr>
            <a:r>
              <a:rPr lang="en-US" sz="1000" b="0" u="none" strike="noStrike">
                <a:solidFill>
                  <a:srgbClr val="000000"/>
                </a:solidFill>
                <a:effectLst/>
                <a:uFillTx/>
                <a:latin typeface="Arial"/>
              </a:rPr>
              <a:t>Double-click to add an Image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1_Diagram - højre">
    <p:spTree>
      <p:nvGrpSpPr>
        <p:cNvPr id="1" name=""/>
        <p:cNvGrpSpPr/>
        <p:nvPr/>
      </p:nvGrpSpPr>
      <p:grpSpPr>
        <a:xfrm>
          <a:off x="0" y="0"/>
          <a:ext cx="0" cy="0"/>
          <a:chOff x="0" y="0"/>
          <a:chExt cx="0" cy="0"/>
        </a:xfrm>
      </p:grpSpPr>
      <p:sp>
        <p:nvSpPr>
          <p:cNvPr id="2" name="PlaceHolder 1"/>
          <p:cNvSpPr>
            <a:spLocks noGrp="1"/>
          </p:cNvSpPr>
          <p:nvPr>
            <p:ph type="sldNum" idx="11"/>
          </p:nvPr>
        </p:nvSpPr>
        <p:spPr/>
        <p:txBody>
          <a:bodyPr/>
          <a:lstStyle/>
          <a:p>
            <a:fld id="{D6E80E72-B695-4A96-B4BD-B6769A46ADF0}"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theme" Target="../theme/theme2.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896" name="Gruppe 57"/>
          <p:cNvGrpSpPr/>
          <p:nvPr/>
        </p:nvGrpSpPr>
        <p:grpSpPr>
          <a:xfrm>
            <a:off x="5466600" y="6027120"/>
            <a:ext cx="1272240" cy="668520"/>
            <a:chOff x="5466600" y="6027120"/>
            <a:chExt cx="1272240" cy="668520"/>
          </a:xfrm>
        </p:grpSpPr>
        <p:grpSp>
          <p:nvGrpSpPr>
            <p:cNvPr id="897" name="Gruppe 55"/>
            <p:cNvGrpSpPr/>
            <p:nvPr/>
          </p:nvGrpSpPr>
          <p:grpSpPr>
            <a:xfrm>
              <a:off x="5466600" y="6631920"/>
              <a:ext cx="1272240" cy="63720"/>
              <a:chOff x="5466600" y="6631920"/>
              <a:chExt cx="1272240" cy="63720"/>
            </a:xfrm>
          </p:grpSpPr>
          <p:sp>
            <p:nvSpPr>
              <p:cNvPr id="898"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5640" tIns="30600" rIns="35640" bIns="30600" numCol="1" spcCol="0" anchor="t">
                <a:noAutofit/>
              </a:bodyPr>
              <a:lstStyle/>
              <a:p>
                <a:endParaRPr lang="da-DK" sz="1800" b="0" u="none" strike="noStrike">
                  <a:solidFill>
                    <a:schemeClr val="dk1"/>
                  </a:solidFill>
                  <a:effectLst/>
                  <a:uFillTx/>
                  <a:latin typeface="Consolas"/>
                </a:endParaRPr>
              </a:p>
            </p:txBody>
          </p:sp>
          <p:sp>
            <p:nvSpPr>
              <p:cNvPr id="899"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6360" tIns="30600" rIns="36360" bIns="30600" numCol="1" spcCol="0" anchor="t">
                <a:noAutofit/>
              </a:bodyPr>
              <a:lstStyle/>
              <a:p>
                <a:endParaRPr lang="da-DK" sz="1800" b="0" u="none" strike="noStrike">
                  <a:solidFill>
                    <a:schemeClr val="dk1"/>
                  </a:solidFill>
                  <a:effectLst/>
                  <a:uFillTx/>
                  <a:latin typeface="Consolas"/>
                </a:endParaRPr>
              </a:p>
            </p:txBody>
          </p:sp>
          <p:sp>
            <p:nvSpPr>
              <p:cNvPr id="900"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901"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720" tIns="30600" rIns="27720" bIns="30600" numCol="1" spcCol="0" anchor="t">
                <a:noAutofit/>
              </a:bodyPr>
              <a:lstStyle/>
              <a:p>
                <a:endParaRPr lang="da-DK" sz="1800" b="0" u="none" strike="noStrike">
                  <a:solidFill>
                    <a:schemeClr val="dk1"/>
                  </a:solidFill>
                  <a:effectLst/>
                  <a:uFillTx/>
                  <a:latin typeface="Consolas"/>
                </a:endParaRPr>
              </a:p>
            </p:txBody>
          </p:sp>
          <p:sp>
            <p:nvSpPr>
              <p:cNvPr id="902"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2040" rIns="29160" bIns="32040" numCol="1" spcCol="0" anchor="t">
                <a:noAutofit/>
              </a:bodyPr>
              <a:lstStyle/>
              <a:p>
                <a:endParaRPr lang="da-DK" sz="1800" b="0" u="none" strike="noStrike">
                  <a:solidFill>
                    <a:schemeClr val="dk1"/>
                  </a:solidFill>
                  <a:effectLst/>
                  <a:uFillTx/>
                  <a:latin typeface="Consolas"/>
                </a:endParaRPr>
              </a:p>
            </p:txBody>
          </p:sp>
          <p:sp>
            <p:nvSpPr>
              <p:cNvPr id="903"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904"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905"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906"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907"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908"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4200" tIns="30600" rIns="34200" bIns="30600" numCol="1" spcCol="0" anchor="t">
                <a:noAutofit/>
              </a:bodyPr>
              <a:lstStyle/>
              <a:p>
                <a:endParaRPr lang="da-DK" sz="1800" b="0" u="none" strike="noStrike">
                  <a:solidFill>
                    <a:schemeClr val="dk1"/>
                  </a:solidFill>
                  <a:effectLst/>
                  <a:uFillTx/>
                  <a:latin typeface="Consolas"/>
                </a:endParaRPr>
              </a:p>
            </p:txBody>
          </p:sp>
          <p:sp>
            <p:nvSpPr>
              <p:cNvPr id="909"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910"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9160" tIns="30600" rIns="29160" bIns="30600" numCol="1" spcCol="0" anchor="t">
                <a:noAutofit/>
              </a:bodyPr>
              <a:lstStyle/>
              <a:p>
                <a:endParaRPr lang="da-DK" sz="1800" b="0" u="none" strike="noStrike">
                  <a:solidFill>
                    <a:schemeClr val="dk1"/>
                  </a:solidFill>
                  <a:effectLst/>
                  <a:uFillTx/>
                  <a:latin typeface="Consolas"/>
                </a:endParaRPr>
              </a:p>
            </p:txBody>
          </p:sp>
          <p:sp>
            <p:nvSpPr>
              <p:cNvPr id="911"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912"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913"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914"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915"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grpSp>
        <p:grpSp>
          <p:nvGrpSpPr>
            <p:cNvPr id="916" name="Gruppe 56"/>
            <p:cNvGrpSpPr/>
            <p:nvPr/>
          </p:nvGrpSpPr>
          <p:grpSpPr>
            <a:xfrm>
              <a:off x="5864400" y="6027120"/>
              <a:ext cx="413640" cy="439920"/>
              <a:chOff x="5864400" y="6027120"/>
              <a:chExt cx="413640" cy="439920"/>
            </a:xfrm>
          </p:grpSpPr>
          <p:sp>
            <p:nvSpPr>
              <p:cNvPr id="917"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918"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919"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grpSp>
      </p:grpSp>
      <p:grpSp>
        <p:nvGrpSpPr>
          <p:cNvPr id="920" name="Gruppe 80"/>
          <p:cNvGrpSpPr/>
          <p:nvPr/>
        </p:nvGrpSpPr>
        <p:grpSpPr>
          <a:xfrm>
            <a:off x="-3600" y="657360"/>
            <a:ext cx="405000" cy="1182240"/>
            <a:chOff x="-3600" y="657360"/>
            <a:chExt cx="405000" cy="1182240"/>
          </a:xfrm>
        </p:grpSpPr>
        <p:sp>
          <p:nvSpPr>
            <p:cNvPr id="921" name="Freeform 53"/>
            <p:cNvSpPr/>
            <p:nvPr/>
          </p:nvSpPr>
          <p:spPr>
            <a:xfrm>
              <a:off x="328320" y="1768320"/>
              <a:ext cx="73080" cy="71280"/>
            </a:xfrm>
            <a:custGeom>
              <a:avLst/>
              <a:gdLst>
                <a:gd name="textAreaLeft" fmla="*/ 0 w 73080"/>
                <a:gd name="textAreaRight" fmla="*/ 73440 w 73080"/>
                <a:gd name="textAreaTop" fmla="*/ 0 h 71280"/>
                <a:gd name="textAreaBottom" fmla="*/ 71640 h 7128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922" name="Freeform 54"/>
            <p:cNvSpPr/>
            <p:nvPr/>
          </p:nvSpPr>
          <p:spPr>
            <a:xfrm>
              <a:off x="236520" y="1685520"/>
              <a:ext cx="164520" cy="153720"/>
            </a:xfrm>
            <a:custGeom>
              <a:avLst/>
              <a:gdLst>
                <a:gd name="textAreaLeft" fmla="*/ 0 w 164520"/>
                <a:gd name="textAreaRight" fmla="*/ 164880 w 164520"/>
                <a:gd name="textAreaTop" fmla="*/ 0 h 153720"/>
                <a:gd name="textAreaBottom" fmla="*/ 154080 h 15372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rIns="71280" numCol="1" spcCol="0" anchor="t">
              <a:noAutofit/>
            </a:bodyPr>
            <a:lstStyle/>
            <a:p>
              <a:endParaRPr lang="da-DK" sz="1800" b="0" u="none" strike="noStrike">
                <a:solidFill>
                  <a:schemeClr val="dk1"/>
                </a:solidFill>
                <a:effectLst/>
                <a:uFillTx/>
                <a:latin typeface="Consolas"/>
              </a:endParaRPr>
            </a:p>
          </p:txBody>
        </p:sp>
        <p:sp>
          <p:nvSpPr>
            <p:cNvPr id="923" name="Freeform 55"/>
            <p:cNvSpPr/>
            <p:nvPr/>
          </p:nvSpPr>
          <p:spPr>
            <a:xfrm>
              <a:off x="124920" y="1604880"/>
              <a:ext cx="276480" cy="234360"/>
            </a:xfrm>
            <a:custGeom>
              <a:avLst/>
              <a:gdLst>
                <a:gd name="textAreaLeft" fmla="*/ 0 w 276480"/>
                <a:gd name="textAreaRight" fmla="*/ 276840 w 276480"/>
                <a:gd name="textAreaTop" fmla="*/ 0 h 234360"/>
                <a:gd name="textAreaBottom" fmla="*/ 234720 h 23436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924" name="Freeform 56"/>
            <p:cNvSpPr/>
            <p:nvPr/>
          </p:nvSpPr>
          <p:spPr>
            <a:xfrm>
              <a:off x="-3600" y="1526040"/>
              <a:ext cx="404640" cy="302040"/>
            </a:xfrm>
            <a:custGeom>
              <a:avLst/>
              <a:gdLst>
                <a:gd name="textAreaLeft" fmla="*/ 0 w 404640"/>
                <a:gd name="textAreaRight" fmla="*/ 405000 w 404640"/>
                <a:gd name="textAreaTop" fmla="*/ 0 h 302040"/>
                <a:gd name="textAreaBottom" fmla="*/ 302400 h 30204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925" name="Freeform 57"/>
            <p:cNvSpPr/>
            <p:nvPr/>
          </p:nvSpPr>
          <p:spPr>
            <a:xfrm>
              <a:off x="-3600" y="1454760"/>
              <a:ext cx="404640" cy="287640"/>
            </a:xfrm>
            <a:custGeom>
              <a:avLst/>
              <a:gdLst>
                <a:gd name="textAreaLeft" fmla="*/ 0 w 404640"/>
                <a:gd name="textAreaRight" fmla="*/ 405000 w 404640"/>
                <a:gd name="textAreaTop" fmla="*/ 0 h 287640"/>
                <a:gd name="textAreaBottom" fmla="*/ 288000 h 28764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926" name="Freeform 58"/>
            <p:cNvSpPr/>
            <p:nvPr/>
          </p:nvSpPr>
          <p:spPr>
            <a:xfrm>
              <a:off x="-3600" y="1379520"/>
              <a:ext cx="404640" cy="278280"/>
            </a:xfrm>
            <a:custGeom>
              <a:avLst/>
              <a:gdLst>
                <a:gd name="textAreaLeft" fmla="*/ 0 w 404640"/>
                <a:gd name="textAreaRight" fmla="*/ 405000 w 404640"/>
                <a:gd name="textAreaTop" fmla="*/ 0 h 278280"/>
                <a:gd name="textAreaBottom" fmla="*/ 278640 h 27828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927" name="Freeform 59"/>
            <p:cNvSpPr/>
            <p:nvPr/>
          </p:nvSpPr>
          <p:spPr>
            <a:xfrm>
              <a:off x="-3600" y="1311840"/>
              <a:ext cx="404640" cy="263520"/>
            </a:xfrm>
            <a:custGeom>
              <a:avLst/>
              <a:gdLst>
                <a:gd name="textAreaLeft" fmla="*/ 0 w 404640"/>
                <a:gd name="textAreaRight" fmla="*/ 405000 w 404640"/>
                <a:gd name="textAreaTop" fmla="*/ 0 h 263520"/>
                <a:gd name="textAreaBottom" fmla="*/ 263880 h 26352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928" name="Freeform 60"/>
            <p:cNvSpPr/>
            <p:nvPr/>
          </p:nvSpPr>
          <p:spPr>
            <a:xfrm>
              <a:off x="-3600" y="1243800"/>
              <a:ext cx="404640" cy="252720"/>
            </a:xfrm>
            <a:custGeom>
              <a:avLst/>
              <a:gdLst>
                <a:gd name="textAreaLeft" fmla="*/ 0 w 404640"/>
                <a:gd name="textAreaRight" fmla="*/ 405000 w 404640"/>
                <a:gd name="textAreaTop" fmla="*/ 0 h 252720"/>
                <a:gd name="textAreaBottom" fmla="*/ 253080 h 25272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929" name="Freeform 61"/>
            <p:cNvSpPr/>
            <p:nvPr/>
          </p:nvSpPr>
          <p:spPr>
            <a:xfrm>
              <a:off x="-3600" y="1174320"/>
              <a:ext cx="404640" cy="245160"/>
            </a:xfrm>
            <a:custGeom>
              <a:avLst/>
              <a:gdLst>
                <a:gd name="textAreaLeft" fmla="*/ 0 w 404640"/>
                <a:gd name="textAreaRight" fmla="*/ 405000 w 404640"/>
                <a:gd name="textAreaTop" fmla="*/ 0 h 245160"/>
                <a:gd name="textAreaBottom" fmla="*/ 245520 h 24516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930" name="Freeform 62"/>
            <p:cNvSpPr/>
            <p:nvPr/>
          </p:nvSpPr>
          <p:spPr>
            <a:xfrm>
              <a:off x="-3600" y="1109880"/>
              <a:ext cx="404640" cy="230760"/>
            </a:xfrm>
            <a:custGeom>
              <a:avLst/>
              <a:gdLst>
                <a:gd name="textAreaLeft" fmla="*/ 0 w 404640"/>
                <a:gd name="textAreaRight" fmla="*/ 405000 w 404640"/>
                <a:gd name="textAreaTop" fmla="*/ 0 h 230760"/>
                <a:gd name="textAreaBottom" fmla="*/ 231120 h 23076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931" name="Freeform 63"/>
            <p:cNvSpPr/>
            <p:nvPr/>
          </p:nvSpPr>
          <p:spPr>
            <a:xfrm>
              <a:off x="-3600" y="1049400"/>
              <a:ext cx="404640" cy="219600"/>
            </a:xfrm>
            <a:custGeom>
              <a:avLst/>
              <a:gdLst>
                <a:gd name="textAreaLeft" fmla="*/ 0 w 404640"/>
                <a:gd name="textAreaRight" fmla="*/ 405000 w 404640"/>
                <a:gd name="textAreaTop" fmla="*/ 0 h 219600"/>
                <a:gd name="textAreaBottom" fmla="*/ 219960 h 21960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932" name="Freeform 64"/>
            <p:cNvSpPr/>
            <p:nvPr/>
          </p:nvSpPr>
          <p:spPr>
            <a:xfrm>
              <a:off x="-3600" y="988920"/>
              <a:ext cx="404640" cy="204840"/>
            </a:xfrm>
            <a:custGeom>
              <a:avLst/>
              <a:gdLst>
                <a:gd name="textAreaLeft" fmla="*/ 0 w 404640"/>
                <a:gd name="textAreaRight" fmla="*/ 405000 w 404640"/>
                <a:gd name="textAreaTop" fmla="*/ 0 h 204840"/>
                <a:gd name="textAreaBottom" fmla="*/ 205200 h 20484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933" name="Freeform 65"/>
            <p:cNvSpPr/>
            <p:nvPr/>
          </p:nvSpPr>
          <p:spPr>
            <a:xfrm>
              <a:off x="-3600" y="934200"/>
              <a:ext cx="404640" cy="188640"/>
            </a:xfrm>
            <a:custGeom>
              <a:avLst/>
              <a:gdLst>
                <a:gd name="textAreaLeft" fmla="*/ 0 w 404640"/>
                <a:gd name="textAreaRight" fmla="*/ 405000 w 404640"/>
                <a:gd name="textAreaTop" fmla="*/ 0 h 188640"/>
                <a:gd name="textAreaBottom" fmla="*/ 189000 h 18864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934" name="Freeform 66"/>
            <p:cNvSpPr/>
            <p:nvPr/>
          </p:nvSpPr>
          <p:spPr>
            <a:xfrm>
              <a:off x="-3600" y="873720"/>
              <a:ext cx="404640" cy="175680"/>
            </a:xfrm>
            <a:custGeom>
              <a:avLst/>
              <a:gdLst>
                <a:gd name="textAreaLeft" fmla="*/ 0 w 404640"/>
                <a:gd name="textAreaRight" fmla="*/ 405000 w 404640"/>
                <a:gd name="textAreaTop" fmla="*/ 0 h 175680"/>
                <a:gd name="textAreaBottom" fmla="*/ 176040 h 17568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935" name="Freeform 67"/>
            <p:cNvSpPr/>
            <p:nvPr/>
          </p:nvSpPr>
          <p:spPr>
            <a:xfrm>
              <a:off x="-3600" y="820440"/>
              <a:ext cx="404640" cy="160920"/>
            </a:xfrm>
            <a:custGeom>
              <a:avLst/>
              <a:gdLst>
                <a:gd name="textAreaLeft" fmla="*/ 0 w 404640"/>
                <a:gd name="textAreaRight" fmla="*/ 405000 w 404640"/>
                <a:gd name="textAreaTop" fmla="*/ 0 h 160920"/>
                <a:gd name="textAreaBottom" fmla="*/ 161280 h 16092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936" name="Freeform 68"/>
            <p:cNvSpPr/>
            <p:nvPr/>
          </p:nvSpPr>
          <p:spPr>
            <a:xfrm>
              <a:off x="-3600" y="767160"/>
              <a:ext cx="404640" cy="146160"/>
            </a:xfrm>
            <a:custGeom>
              <a:avLst/>
              <a:gdLst>
                <a:gd name="textAreaLeft" fmla="*/ 0 w 404640"/>
                <a:gd name="textAreaRight" fmla="*/ 405000 w 404640"/>
                <a:gd name="textAreaTop" fmla="*/ 0 h 146160"/>
                <a:gd name="textAreaBottom" fmla="*/ 146520 h 14616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937" name="Freeform 69"/>
            <p:cNvSpPr/>
            <p:nvPr/>
          </p:nvSpPr>
          <p:spPr>
            <a:xfrm>
              <a:off x="-3600" y="713880"/>
              <a:ext cx="404640" cy="131760"/>
            </a:xfrm>
            <a:custGeom>
              <a:avLst/>
              <a:gdLst>
                <a:gd name="textAreaLeft" fmla="*/ 0 w 404640"/>
                <a:gd name="textAreaRight" fmla="*/ 405000 w 404640"/>
                <a:gd name="textAreaTop" fmla="*/ 0 h 131760"/>
                <a:gd name="textAreaBottom" fmla="*/ 132120 h 13176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938" name="Freeform 70"/>
            <p:cNvSpPr/>
            <p:nvPr/>
          </p:nvSpPr>
          <p:spPr>
            <a:xfrm>
              <a:off x="-3600" y="660960"/>
              <a:ext cx="404640" cy="124200"/>
            </a:xfrm>
            <a:custGeom>
              <a:avLst/>
              <a:gdLst>
                <a:gd name="textAreaLeft" fmla="*/ 0 w 404640"/>
                <a:gd name="textAreaRight" fmla="*/ 405000 w 404640"/>
                <a:gd name="textAreaTop" fmla="*/ 0 h 124200"/>
                <a:gd name="textAreaBottom" fmla="*/ 124560 h 12420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939" name="Freeform 71"/>
            <p:cNvSpPr/>
            <p:nvPr/>
          </p:nvSpPr>
          <p:spPr>
            <a:xfrm>
              <a:off x="-3600" y="657360"/>
              <a:ext cx="327960" cy="63720"/>
            </a:xfrm>
            <a:custGeom>
              <a:avLst/>
              <a:gdLst>
                <a:gd name="textAreaLeft" fmla="*/ 0 w 327960"/>
                <a:gd name="textAreaRight" fmla="*/ 328320 w 327960"/>
                <a:gd name="textAreaTop" fmla="*/ 0 h 63720"/>
                <a:gd name="textAreaBottom" fmla="*/ 64080 h 6372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tIns="32040" bIns="32040" numCol="1" spcCol="0" anchor="t">
              <a:noAutofit/>
            </a:bodyPr>
            <a:lstStyle/>
            <a:p>
              <a:endParaRPr lang="da-DK" sz="1800" b="0" u="none" strike="noStrike">
                <a:solidFill>
                  <a:schemeClr val="dk1"/>
                </a:solidFill>
                <a:effectLst/>
                <a:uFillTx/>
                <a:latin typeface="Consolas"/>
              </a:endParaRPr>
            </a:p>
          </p:txBody>
        </p:sp>
      </p:grpSp>
      <p:sp>
        <p:nvSpPr>
          <p:cNvPr id="940" name="PlaceHolder 1"/>
          <p:cNvSpPr>
            <a:spLocks noGrp="1"/>
          </p:cNvSpPr>
          <p:nvPr>
            <p:ph type="title"/>
          </p:nvPr>
        </p:nvSpPr>
        <p:spPr>
          <a:xfrm>
            <a:off x="587520" y="367560"/>
            <a:ext cx="4886640" cy="1621080"/>
          </a:xfrm>
          <a:prstGeom prst="rect">
            <a:avLst/>
          </a:prstGeom>
          <a:noFill/>
          <a:ln w="0">
            <a:noFill/>
          </a:ln>
        </p:spPr>
        <p:txBody>
          <a:bodyPr lIns="0" tIns="191880" rIns="0" bIns="0" anchor="t">
            <a:noAutofit/>
          </a:bodyPr>
          <a:lstStyle>
            <a:lvl1pPr indent="0" algn="l" defTabSz="914400">
              <a:lnSpc>
                <a:spcPct val="100000"/>
              </a:lnSpc>
              <a:buNone/>
              <a:defRPr lang="en-US" sz="3600" b="1" u="none" strike="noStrike" spc="300">
                <a:solidFill>
                  <a:schemeClr val="dk1"/>
                </a:solidFill>
                <a:effectLst/>
                <a:uFillTx/>
                <a:latin typeface="Consolas"/>
              </a:defRPr>
            </a:lvl1pPr>
          </a:lstStyle>
          <a:p>
            <a:pPr indent="0" algn="l" defTabSz="914400">
              <a:lnSpc>
                <a:spcPct val="100000"/>
              </a:lnSpc>
              <a:buNone/>
            </a:pPr>
            <a:r>
              <a:rPr lang="en-US" sz="3600" b="1" u="none" strike="noStrike" spc="300">
                <a:solidFill>
                  <a:schemeClr val="dk1"/>
                </a:solidFill>
                <a:effectLst/>
                <a:uFillTx/>
                <a:latin typeface="Consolas"/>
              </a:rPr>
              <a:t>KLIK HER FOR AT ÆNDRE TITEL</a:t>
            </a:r>
          </a:p>
        </p:txBody>
      </p:sp>
      <p:sp>
        <p:nvSpPr>
          <p:cNvPr id="941" name="PlaceHolder 2"/>
          <p:cNvSpPr>
            <a:spLocks noGrp="1"/>
          </p:cNvSpPr>
          <p:nvPr>
            <p:ph type="body"/>
          </p:nvPr>
        </p:nvSpPr>
        <p:spPr>
          <a:xfrm>
            <a:off x="6095880" y="2262600"/>
            <a:ext cx="5524200" cy="3572280"/>
          </a:xfrm>
          <a:prstGeom prst="rect">
            <a:avLst/>
          </a:prstGeom>
          <a:noFill/>
          <a:ln w="0">
            <a:noFill/>
          </a:ln>
        </p:spPr>
        <p:txBody>
          <a:bodyPr lIns="90000" tIns="45000" rIns="90000" bIns="45000" anchor="t">
            <a:noAutofit/>
          </a:bodyPr>
          <a:lstStyle>
            <a:lvl1pPr indent="0" algn="l" defTabSz="914400">
              <a:lnSpc>
                <a:spcPct val="100000"/>
              </a:lnSpc>
              <a:buNone/>
              <a:defRPr lang="da-DK" sz="1800" b="0" u="none" strike="noStrike">
                <a:solidFill>
                  <a:schemeClr val="dk1"/>
                </a:solidFill>
                <a:effectLst/>
                <a:uFillTx/>
                <a:latin typeface="Consolas"/>
              </a:defRPr>
            </a:lvl1pPr>
          </a:lstStyle>
          <a:p>
            <a:pPr indent="0" algn="l" defTabSz="914400">
              <a:lnSpc>
                <a:spcPct val="100000"/>
              </a:lnSpc>
              <a:buNone/>
            </a:pPr>
            <a:r>
              <a:rPr lang="da-DK" sz="1800" b="0" u="none" strike="noStrike">
                <a:solidFill>
                  <a:schemeClr val="dk1"/>
                </a:solidFill>
                <a:effectLst/>
                <a:uFillTx/>
                <a:latin typeface="Consolas"/>
              </a:rPr>
              <a:t>Klik på ikonet for at tilføje et diagram</a:t>
            </a:r>
            <a:endParaRPr lang="en-US" sz="1800" b="0" u="none" strike="noStrike">
              <a:solidFill>
                <a:schemeClr val="dk1"/>
              </a:solidFill>
              <a:effectLst/>
              <a:uFillTx/>
              <a:latin typeface="Consolas"/>
            </a:endParaRPr>
          </a:p>
        </p:txBody>
      </p:sp>
      <p:sp>
        <p:nvSpPr>
          <p:cNvPr id="942" name="PlaceHolder 3"/>
          <p:cNvSpPr>
            <a:spLocks noGrp="1"/>
          </p:cNvSpPr>
          <p:nvPr>
            <p:ph type="body"/>
          </p:nvPr>
        </p:nvSpPr>
        <p:spPr>
          <a:xfrm>
            <a:off x="587520" y="2262600"/>
            <a:ext cx="4886640" cy="3572280"/>
          </a:xfrm>
          <a:prstGeom prst="rect">
            <a:avLst/>
          </a:prstGeom>
          <a:noFill/>
          <a:ln w="0">
            <a:noFill/>
          </a:ln>
        </p:spPr>
        <p:txBody>
          <a:bodyPr lIns="0" tIns="45720" rIns="0" bIns="45720" anchor="t">
            <a:normAutofit/>
          </a:bodyPr>
          <a:lstStyle>
            <a:lvl1pPr lvl="1" algn="l" defTabSz="914400">
              <a:lnSpc>
                <a:spcPct val="120000"/>
              </a:lnSpc>
              <a:spcBef>
                <a:spcPts val="499"/>
              </a:spcBef>
              <a:buSzPct val="100051"/>
              <a:buBlip>
                <a:blip r:embed="rId3"/>
              </a:buBlip>
              <a:tabLst>
                <a:tab pos="898560" algn="l"/>
              </a:tabLst>
              <a:defRPr lang="da-DK" sz="1600" b="0" u="none" strike="noStrike">
                <a:solidFill>
                  <a:schemeClr val="dk1"/>
                </a:solidFill>
                <a:effectLst/>
                <a:uFillTx/>
                <a:latin typeface="Consolas"/>
              </a:defRPr>
            </a:lvl1pPr>
          </a:lstStyle>
          <a:p>
            <a:pPr marL="285840" lvl="1" indent="-285840" algn="l" defTabSz="914400">
              <a:lnSpc>
                <a:spcPct val="120000"/>
              </a:lnSpc>
              <a:spcBef>
                <a:spcPts val="499"/>
              </a:spcBef>
              <a:buSzPct val="100051"/>
              <a:buBlip>
                <a:blip r:embed="rId3"/>
              </a:buBlip>
              <a:tabLst>
                <a:tab pos="898560" algn="l"/>
              </a:tabLst>
            </a:pPr>
            <a:r>
              <a:rPr lang="da-DK" sz="1600" b="0" u="none" strike="noStrike">
                <a:solidFill>
                  <a:schemeClr val="dk1"/>
                </a:solidFill>
                <a:effectLst/>
                <a:uFillTx/>
                <a:latin typeface="Consolas"/>
              </a:rPr>
              <a:t>Indsæt bullets</a:t>
            </a:r>
            <a:endParaRPr lang="en-US" sz="1600" b="0" u="none" strike="noStrike">
              <a:solidFill>
                <a:schemeClr val="dk1"/>
              </a:solidFill>
              <a:effectLst/>
              <a:uFillTx/>
              <a:latin typeface="Consolas"/>
            </a:endParaRPr>
          </a:p>
        </p:txBody>
      </p:sp>
      <p:sp>
        <p:nvSpPr>
          <p:cNvPr id="943" name="PlaceHolder 4"/>
          <p:cNvSpPr>
            <a:spLocks noGrp="1"/>
          </p:cNvSpPr>
          <p:nvPr>
            <p:ph type="sldNum" idx="11"/>
          </p:nvPr>
        </p:nvSpPr>
        <p:spPr>
          <a:xfrm>
            <a:off x="11340000" y="593280"/>
            <a:ext cx="570960" cy="226800"/>
          </a:xfrm>
          <a:prstGeom prst="rect">
            <a:avLst/>
          </a:prstGeom>
          <a:noFill/>
          <a:ln w="0">
            <a:noFill/>
          </a:ln>
        </p:spPr>
        <p:txBody>
          <a:bodyPr lIns="0" tIns="0" rIns="0" bIns="0" anchor="ctr">
            <a:noAutofit/>
          </a:bodyPr>
          <a:lstStyle>
            <a:lvl1pPr indent="0" algn="r" defTabSz="914400">
              <a:lnSpc>
                <a:spcPct val="100000"/>
              </a:lnSpc>
              <a:buNone/>
              <a:defRPr lang="en-US" sz="1000" b="1" u="none" strike="noStrike">
                <a:solidFill>
                  <a:schemeClr val="dk1">
                    <a:alpha val="70000"/>
                  </a:schemeClr>
                </a:solidFill>
                <a:effectLst/>
                <a:uFillTx/>
                <a:latin typeface="Consolas"/>
                <a:ea typeface="Montserrat Medium"/>
              </a:defRPr>
            </a:lvl1pPr>
          </a:lstStyle>
          <a:p>
            <a:pPr indent="0" algn="r" defTabSz="914400">
              <a:lnSpc>
                <a:spcPct val="100000"/>
              </a:lnSpc>
              <a:buNone/>
            </a:pPr>
            <a:fld id="{020BD94C-03D5-4338-AC76-9C9F2839292E}" type="slidenum">
              <a:rPr lang="en-US" sz="1000" b="1" u="none" strike="noStrike">
                <a:solidFill>
                  <a:schemeClr val="dk1">
                    <a:alpha val="70000"/>
                  </a:schemeClr>
                </a:solidFill>
                <a:effectLst/>
                <a:uFillTx/>
                <a:latin typeface="Consolas"/>
                <a:ea typeface="Montserrat Medium"/>
              </a:rPr>
              <a:t>‹#›</a:t>
            </a:fld>
            <a:endParaRPr lang="en-US" sz="10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8" Type="http://schemas.openxmlformats.org/officeDocument/2006/relationships/hyperlink" Target="https://www.programiz.com/c-programming/" TargetMode="External"/><Relationship Id="rId3" Type="http://schemas.openxmlformats.org/officeDocument/2006/relationships/hyperlink" Target="https://manual.cs50.io/" TargetMode="External"/><Relationship Id="rId7" Type="http://schemas.openxmlformats.org/officeDocument/2006/relationships/hyperlink" Target="https://www.w3schools.com/c/index.php" TargetMode="External"/><Relationship Id="rId12" Type="http://schemas.openxmlformats.org/officeDocument/2006/relationships/image" Target="../media/image8.png"/><Relationship Id="rId2" Type="http://schemas.openxmlformats.org/officeDocument/2006/relationships/image" Target="../media/image4.emf"/><Relationship Id="rId1" Type="http://schemas.openxmlformats.org/officeDocument/2006/relationships/slideLayout" Target="../slideLayouts/slideLayout10.xml"/><Relationship Id="rId6" Type="http://schemas.openxmlformats.org/officeDocument/2006/relationships/hyperlink" Target="https://www.programiz.com/" TargetMode="External"/><Relationship Id="rId11" Type="http://schemas.openxmlformats.org/officeDocument/2006/relationships/image" Target="../media/image7.png"/><Relationship Id="rId5" Type="http://schemas.openxmlformats.org/officeDocument/2006/relationships/hyperlink" Target="https://en.cppreference.com/w/c" TargetMode="External"/><Relationship Id="rId10" Type="http://schemas.openxmlformats.org/officeDocument/2006/relationships/hyperlink" Target="https://www.arduino.cc/reference/en/" TargetMode="External"/><Relationship Id="rId4" Type="http://schemas.openxmlformats.org/officeDocument/2006/relationships/hyperlink" Target="https://www.gnu.org/software/gnu-c-manual/gnu-c-manual.pdf" TargetMode="External"/><Relationship Id="rId9" Type="http://schemas.openxmlformats.org/officeDocument/2006/relationships/hyperlink" Target="https://onecompiler.com/c"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4.emf"/><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4.emf"/><Relationship Id="rId7" Type="http://schemas.openxmlformats.org/officeDocument/2006/relationships/image" Target="../media/image19.jpeg"/><Relationship Id="rId2" Type="http://schemas.openxmlformats.org/officeDocument/2006/relationships/image" Target="../media/image15.png"/><Relationship Id="rId1" Type="http://schemas.openxmlformats.org/officeDocument/2006/relationships/slideLayout" Target="../slideLayouts/slideLayout1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1.xml"/><Relationship Id="rId5" Type="http://schemas.openxmlformats.org/officeDocument/2006/relationships/image" Target="../media/image21.jpe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hyperlink" Target="http://tpcg.io/jwe33csg" TargetMode="External"/><Relationship Id="rId2" Type="http://schemas.openxmlformats.org/officeDocument/2006/relationships/image" Target="../media/image24.png"/><Relationship Id="rId1" Type="http://schemas.openxmlformats.org/officeDocument/2006/relationships/slideLayout" Target="../slideLayouts/slideLayout11.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3.jpe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hyperlink" Target="https://manual.cs50.io/" TargetMode="External"/><Relationship Id="rId2" Type="http://schemas.openxmlformats.org/officeDocument/2006/relationships/image" Target="../media/image4.emf"/><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hyperlink" Target="http://tpcg.io/B2O1FQ" TargetMode="External"/><Relationship Id="rId2" Type="http://schemas.openxmlformats.org/officeDocument/2006/relationships/hyperlink" Target="https://www.tutorialspoint.com/c_standard_library/c_function_printf.htm" TargetMode="Externa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hyperlink" Target="http://tpcg.io/VA5G7O" TargetMode="External"/><Relationship Id="rId2" Type="http://schemas.openxmlformats.org/officeDocument/2006/relationships/hyperlink" Target="https://www.tutorialspoint.com/c_standard_library/c_function_printf.htm" TargetMode="Externa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3.png"/><Relationship Id="rId1" Type="http://schemas.openxmlformats.org/officeDocument/2006/relationships/slideLayout" Target="../slideLayouts/slideLayout11.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xml"/><Relationship Id="rId1" Type="http://schemas.openxmlformats.org/officeDocument/2006/relationships/slideLayout" Target="../slideLayouts/slideLayout11.xml"/><Relationship Id="rId5" Type="http://schemas.openxmlformats.org/officeDocument/2006/relationships/image" Target="../media/image32.jpeg"/><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pn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3.png"/><Relationship Id="rId1" Type="http://schemas.openxmlformats.org/officeDocument/2006/relationships/slideLayout" Target="../slideLayouts/slideLayout11.xml"/><Relationship Id="rId5" Type="http://schemas.openxmlformats.org/officeDocument/2006/relationships/image" Target="../media/image34.jpe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0" name="PlaceHolder 1"/>
          <p:cNvSpPr>
            <a:spLocks noGrp="1"/>
          </p:cNvSpPr>
          <p:nvPr>
            <p:ph type="title" hasCustomPrompt="1"/>
          </p:nvPr>
        </p:nvSpPr>
        <p:spPr>
          <a:xfrm>
            <a:off x="2441520" y="2776680"/>
            <a:ext cx="7340760" cy="659880"/>
          </a:xfrm>
          <a:prstGeom prst="rect">
            <a:avLst/>
          </a:prstGeom>
          <a:solidFill>
            <a:schemeClr val="lt1"/>
          </a:solidFill>
          <a:ln w="0">
            <a:noFill/>
          </a:ln>
        </p:spPr>
        <p:txBody>
          <a:bodyPr lIns="0" tIns="108000" rIns="0" bIns="0" anchor="t">
            <a:noAutofit/>
          </a:bodyPr>
          <a:lstStyle/>
          <a:p>
            <a:pPr indent="0" algn="ctr" defTabSz="914400">
              <a:lnSpc>
                <a:spcPct val="100000"/>
              </a:lnSpc>
              <a:buNone/>
            </a:pPr>
            <a:r>
              <a:rPr lang="da-DK" sz="2800" b="1" u="none" strike="noStrike" spc="300">
                <a:solidFill>
                  <a:schemeClr val="dk1"/>
                </a:solidFill>
                <a:effectLst/>
                <a:uFillTx/>
                <a:latin typeface="Consolas"/>
              </a:rPr>
              <a:t>Programmering 5</a:t>
            </a:r>
            <a:endParaRPr lang="en-US" sz="2800" b="1" u="none" strike="noStrike" spc="300">
              <a:solidFill>
                <a:schemeClr val="dk1"/>
              </a:solidFill>
              <a:effectLst/>
              <a:uFillTx/>
              <a:latin typeface="Consolas"/>
            </a:endParaRPr>
          </a:p>
        </p:txBody>
      </p:sp>
      <p:sp>
        <p:nvSpPr>
          <p:cNvPr id="951" name="PlaceHolder 2"/>
          <p:cNvSpPr>
            <a:spLocks noGrp="1"/>
          </p:cNvSpPr>
          <p:nvPr>
            <p:ph hasCustomPrompt="1"/>
          </p:nvPr>
        </p:nvSpPr>
        <p:spPr>
          <a:xfrm>
            <a:off x="2441520" y="3827520"/>
            <a:ext cx="7340760" cy="412560"/>
          </a:xfrm>
          <a:prstGeom prst="rect">
            <a:avLst/>
          </a:prstGeom>
          <a:solidFill>
            <a:schemeClr val="lt1"/>
          </a:solidFill>
          <a:ln w="0">
            <a:noFill/>
          </a:ln>
        </p:spPr>
        <p:txBody>
          <a:bodyPr lIns="0" tIns="45720" rIns="0" bIns="45720" anchor="t">
            <a:noAutofit/>
          </a:bodyPr>
          <a:lstStyle/>
          <a:p>
            <a:pPr indent="0" algn="ctr" defTabSz="914400">
              <a:lnSpc>
                <a:spcPct val="120000"/>
              </a:lnSpc>
              <a:spcBef>
                <a:spcPts val="1001"/>
              </a:spcBef>
              <a:buNone/>
              <a:tabLst>
                <a:tab pos="0" algn="l"/>
              </a:tabLst>
            </a:pPr>
            <a:r>
              <a:rPr lang="da-DK" sz="1800" b="0" u="none" strike="noStrike" spc="300">
                <a:solidFill>
                  <a:schemeClr val="dk1"/>
                </a:solidFill>
                <a:effectLst/>
                <a:uFillTx/>
                <a:latin typeface="Consolas"/>
              </a:rPr>
              <a:t>Iterative kontrolstrukturer</a:t>
            </a:r>
            <a:endParaRPr lang="en-US" sz="1800" b="0" u="none" strike="noStrike" spc="300">
              <a:solidFill>
                <a:schemeClr val="dk1"/>
              </a:solidFill>
              <a:effectLst/>
              <a:uFillTx/>
              <a:latin typeface="Consolas"/>
            </a:endParaRPr>
          </a:p>
        </p:txBody>
      </p:sp>
      <p:grpSp>
        <p:nvGrpSpPr>
          <p:cNvPr id="952" name="Gruppe 9"/>
          <p:cNvGrpSpPr/>
          <p:nvPr/>
        </p:nvGrpSpPr>
        <p:grpSpPr>
          <a:xfrm>
            <a:off x="5466600" y="6027120"/>
            <a:ext cx="1272240" cy="668520"/>
            <a:chOff x="5466600" y="6027120"/>
            <a:chExt cx="1272240" cy="668520"/>
          </a:xfrm>
        </p:grpSpPr>
        <p:grpSp>
          <p:nvGrpSpPr>
            <p:cNvPr id="953" name="Gruppe 10"/>
            <p:cNvGrpSpPr/>
            <p:nvPr/>
          </p:nvGrpSpPr>
          <p:grpSpPr>
            <a:xfrm>
              <a:off x="5466600" y="6631920"/>
              <a:ext cx="1272240" cy="63720"/>
              <a:chOff x="5466600" y="6631920"/>
              <a:chExt cx="1272240" cy="63720"/>
            </a:xfrm>
          </p:grpSpPr>
          <p:sp>
            <p:nvSpPr>
              <p:cNvPr id="954" name="Freeform 29"/>
              <p:cNvSpPr/>
              <p:nvPr/>
            </p:nvSpPr>
            <p:spPr>
              <a:xfrm>
                <a:off x="5466600" y="6631920"/>
                <a:ext cx="57600" cy="61200"/>
              </a:xfrm>
              <a:custGeom>
                <a:avLst/>
                <a:gdLst>
                  <a:gd name="textAreaLeft" fmla="*/ 0 w 57600"/>
                  <a:gd name="textAreaRight" fmla="*/ 57960 w 5760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35640" tIns="30600" rIns="35640" bIns="30600" numCol="1" spcCol="0" anchor="t">
                <a:noAutofit/>
              </a:bodyPr>
              <a:lstStyle/>
              <a:p>
                <a:endParaRPr lang="da-DK" sz="1800" b="0" u="none" strike="noStrike">
                  <a:solidFill>
                    <a:schemeClr val="dk1"/>
                  </a:solidFill>
                  <a:effectLst/>
                  <a:uFillTx/>
                  <a:latin typeface="Consolas"/>
                </a:endParaRPr>
              </a:p>
            </p:txBody>
          </p:sp>
          <p:sp>
            <p:nvSpPr>
              <p:cNvPr id="955" name="Freeform 30"/>
              <p:cNvSpPr/>
              <p:nvPr/>
            </p:nvSpPr>
            <p:spPr>
              <a:xfrm>
                <a:off x="5544720" y="6631920"/>
                <a:ext cx="58680" cy="61200"/>
              </a:xfrm>
              <a:custGeom>
                <a:avLst/>
                <a:gdLst>
                  <a:gd name="textAreaLeft" fmla="*/ 0 w 58680"/>
                  <a:gd name="textAreaRight" fmla="*/ 59040 w 58680"/>
                  <a:gd name="textAreaTop" fmla="*/ 0 h 61200"/>
                  <a:gd name="textAreaBottom" fmla="*/ 61560 h 6120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36360" tIns="30600" rIns="36360" bIns="30600" numCol="1" spcCol="0" anchor="t">
                <a:noAutofit/>
              </a:bodyPr>
              <a:lstStyle/>
              <a:p>
                <a:endParaRPr lang="da-DK" sz="1800" b="0" u="none" strike="noStrike">
                  <a:solidFill>
                    <a:schemeClr val="dk1"/>
                  </a:solidFill>
                  <a:effectLst/>
                  <a:uFillTx/>
                  <a:latin typeface="Consolas"/>
                </a:endParaRPr>
              </a:p>
            </p:txBody>
          </p:sp>
          <p:sp>
            <p:nvSpPr>
              <p:cNvPr id="956" name="Freeform 31"/>
              <p:cNvSpPr/>
              <p:nvPr/>
            </p:nvSpPr>
            <p:spPr>
              <a:xfrm>
                <a:off x="5627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957" name="Freeform 32"/>
              <p:cNvSpPr/>
              <p:nvPr/>
            </p:nvSpPr>
            <p:spPr>
              <a:xfrm>
                <a:off x="5695200" y="6631920"/>
                <a:ext cx="44640" cy="61200"/>
              </a:xfrm>
              <a:custGeom>
                <a:avLst/>
                <a:gdLst>
                  <a:gd name="textAreaLeft" fmla="*/ 0 w 44640"/>
                  <a:gd name="textAreaRight" fmla="*/ 45000 w 44640"/>
                  <a:gd name="textAreaTop" fmla="*/ 0 h 61200"/>
                  <a:gd name="textAreaBottom" fmla="*/ 61560 h 6120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27720" tIns="30600" rIns="27720" bIns="30600" numCol="1" spcCol="0" anchor="t">
                <a:noAutofit/>
              </a:bodyPr>
              <a:lstStyle/>
              <a:p>
                <a:endParaRPr lang="da-DK" sz="1800" b="0" u="none" strike="noStrike">
                  <a:solidFill>
                    <a:schemeClr val="dk1"/>
                  </a:solidFill>
                  <a:effectLst/>
                  <a:uFillTx/>
                  <a:latin typeface="Consolas"/>
                </a:endParaRPr>
              </a:p>
            </p:txBody>
          </p:sp>
          <p:sp>
            <p:nvSpPr>
              <p:cNvPr id="958" name="Freeform 33"/>
              <p:cNvSpPr/>
              <p:nvPr/>
            </p:nvSpPr>
            <p:spPr>
              <a:xfrm>
                <a:off x="5766840" y="6631920"/>
                <a:ext cx="47160" cy="63720"/>
              </a:xfrm>
              <a:custGeom>
                <a:avLst/>
                <a:gdLst>
                  <a:gd name="textAreaLeft" fmla="*/ 0 w 47160"/>
                  <a:gd name="textAreaRight" fmla="*/ 47520 w 47160"/>
                  <a:gd name="textAreaTop" fmla="*/ 0 h 63720"/>
                  <a:gd name="textAreaBottom" fmla="*/ 64080 h 6372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29160" tIns="32040" rIns="29160" bIns="32040" numCol="1" spcCol="0" anchor="t">
                <a:noAutofit/>
              </a:bodyPr>
              <a:lstStyle/>
              <a:p>
                <a:endParaRPr lang="da-DK" sz="1800" b="0" u="none" strike="noStrike">
                  <a:solidFill>
                    <a:schemeClr val="dk1"/>
                  </a:solidFill>
                  <a:effectLst/>
                  <a:uFillTx/>
                  <a:latin typeface="Consolas"/>
                </a:endParaRPr>
              </a:p>
            </p:txBody>
          </p:sp>
          <p:sp>
            <p:nvSpPr>
              <p:cNvPr id="959" name="Freeform 34"/>
              <p:cNvSpPr/>
              <p:nvPr/>
            </p:nvSpPr>
            <p:spPr>
              <a:xfrm>
                <a:off x="5840280" y="6631920"/>
                <a:ext cx="49680" cy="61200"/>
              </a:xfrm>
              <a:custGeom>
                <a:avLst/>
                <a:gdLst>
                  <a:gd name="textAreaLeft" fmla="*/ 0 w 49680"/>
                  <a:gd name="textAreaRight" fmla="*/ 50040 w 49680"/>
                  <a:gd name="textAreaTop" fmla="*/ 0 h 61200"/>
                  <a:gd name="textAreaBottom" fmla="*/ 61560 h 6120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960" name="Freeform 35"/>
              <p:cNvSpPr/>
              <p:nvPr/>
            </p:nvSpPr>
            <p:spPr>
              <a:xfrm>
                <a:off x="5914800" y="6631920"/>
                <a:ext cx="49680" cy="63720"/>
              </a:xfrm>
              <a:custGeom>
                <a:avLst/>
                <a:gdLst>
                  <a:gd name="textAreaLeft" fmla="*/ 0 w 49680"/>
                  <a:gd name="textAreaRight" fmla="*/ 50040 w 49680"/>
                  <a:gd name="textAreaTop" fmla="*/ 0 h 63720"/>
                  <a:gd name="textAreaBottom" fmla="*/ 64080 h 6372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961" name="Freeform 36"/>
              <p:cNvSpPr/>
              <p:nvPr/>
            </p:nvSpPr>
            <p:spPr>
              <a:xfrm>
                <a:off x="6027840" y="6631920"/>
                <a:ext cx="49680" cy="63720"/>
              </a:xfrm>
              <a:custGeom>
                <a:avLst/>
                <a:gdLst>
                  <a:gd name="textAreaLeft" fmla="*/ 0 w 49680"/>
                  <a:gd name="textAreaRight" fmla="*/ 50040 w 49680"/>
                  <a:gd name="textAreaTop" fmla="*/ 0 h 63720"/>
                  <a:gd name="textAreaBottom" fmla="*/ 64080 h 6372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962" name="Freeform 37"/>
              <p:cNvSpPr/>
              <p:nvPr/>
            </p:nvSpPr>
            <p:spPr>
              <a:xfrm>
                <a:off x="6103440" y="6631920"/>
                <a:ext cx="49680" cy="61200"/>
              </a:xfrm>
              <a:custGeom>
                <a:avLst/>
                <a:gdLst>
                  <a:gd name="textAreaLeft" fmla="*/ 0 w 49680"/>
                  <a:gd name="textAreaRight" fmla="*/ 50040 w 49680"/>
                  <a:gd name="textAreaTop" fmla="*/ 0 h 61200"/>
                  <a:gd name="textAreaBottom" fmla="*/ 61560 h 6120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963" name="Freeform 38"/>
              <p:cNvSpPr/>
              <p:nvPr/>
            </p:nvSpPr>
            <p:spPr>
              <a:xfrm>
                <a:off x="618048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964" name="Freeform 39"/>
              <p:cNvSpPr/>
              <p:nvPr/>
            </p:nvSpPr>
            <p:spPr>
              <a:xfrm>
                <a:off x="6220440" y="6631920"/>
                <a:ext cx="54720" cy="61200"/>
              </a:xfrm>
              <a:custGeom>
                <a:avLst/>
                <a:gdLst>
                  <a:gd name="textAreaLeft" fmla="*/ 0 w 54720"/>
                  <a:gd name="textAreaRight" fmla="*/ 55080 w 54720"/>
                  <a:gd name="textAreaTop" fmla="*/ 0 h 61200"/>
                  <a:gd name="textAreaBottom" fmla="*/ 61560 h 6120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34200" tIns="30600" rIns="34200" bIns="30600" numCol="1" spcCol="0" anchor="t">
                <a:noAutofit/>
              </a:bodyPr>
              <a:lstStyle/>
              <a:p>
                <a:endParaRPr lang="da-DK" sz="1800" b="0" u="none" strike="noStrike">
                  <a:solidFill>
                    <a:schemeClr val="dk1"/>
                  </a:solidFill>
                  <a:effectLst/>
                  <a:uFillTx/>
                  <a:latin typeface="Consolas"/>
                </a:endParaRPr>
              </a:p>
            </p:txBody>
          </p:sp>
          <p:sp>
            <p:nvSpPr>
              <p:cNvPr id="965" name="Freeform 40"/>
              <p:cNvSpPr/>
              <p:nvPr/>
            </p:nvSpPr>
            <p:spPr>
              <a:xfrm>
                <a:off x="62985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966" name="Freeform 41"/>
              <p:cNvSpPr/>
              <p:nvPr/>
            </p:nvSpPr>
            <p:spPr>
              <a:xfrm>
                <a:off x="6368040" y="6631920"/>
                <a:ext cx="47160" cy="61200"/>
              </a:xfrm>
              <a:custGeom>
                <a:avLst/>
                <a:gdLst>
                  <a:gd name="textAreaLeft" fmla="*/ 0 w 47160"/>
                  <a:gd name="textAreaRight" fmla="*/ 47520 w 47160"/>
                  <a:gd name="textAreaTop" fmla="*/ 0 h 61200"/>
                  <a:gd name="textAreaBottom" fmla="*/ 61560 h 6120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29160" tIns="30600" rIns="29160" bIns="30600" numCol="1" spcCol="0" anchor="t">
                <a:noAutofit/>
              </a:bodyPr>
              <a:lstStyle/>
              <a:p>
                <a:endParaRPr lang="da-DK" sz="1800" b="0" u="none" strike="noStrike">
                  <a:solidFill>
                    <a:schemeClr val="dk1"/>
                  </a:solidFill>
                  <a:effectLst/>
                  <a:uFillTx/>
                  <a:latin typeface="Consolas"/>
                </a:endParaRPr>
              </a:p>
            </p:txBody>
          </p:sp>
          <p:sp>
            <p:nvSpPr>
              <p:cNvPr id="967" name="Freeform 42"/>
              <p:cNvSpPr/>
              <p:nvPr/>
            </p:nvSpPr>
            <p:spPr>
              <a:xfrm>
                <a:off x="6438600" y="6631920"/>
                <a:ext cx="49680" cy="63720"/>
              </a:xfrm>
              <a:custGeom>
                <a:avLst/>
                <a:gdLst>
                  <a:gd name="textAreaLeft" fmla="*/ 0 w 49680"/>
                  <a:gd name="textAreaRight" fmla="*/ 50040 w 49680"/>
                  <a:gd name="textAreaTop" fmla="*/ 0 h 63720"/>
                  <a:gd name="textAreaBottom" fmla="*/ 64080 h 6372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30960" tIns="32040" rIns="30960" bIns="32040" numCol="1" spcCol="0" anchor="t">
                <a:noAutofit/>
              </a:bodyPr>
              <a:lstStyle/>
              <a:p>
                <a:endParaRPr lang="da-DK" sz="1800" b="0" u="none" strike="noStrike">
                  <a:solidFill>
                    <a:schemeClr val="dk1"/>
                  </a:solidFill>
                  <a:effectLst/>
                  <a:uFillTx/>
                  <a:latin typeface="Consolas"/>
                </a:endParaRPr>
              </a:p>
            </p:txBody>
          </p:sp>
          <p:sp>
            <p:nvSpPr>
              <p:cNvPr id="968" name="Freeform 43"/>
              <p:cNvSpPr/>
              <p:nvPr/>
            </p:nvSpPr>
            <p:spPr>
              <a:xfrm>
                <a:off x="6513120" y="6631920"/>
                <a:ext cx="15120" cy="61200"/>
              </a:xfrm>
              <a:custGeom>
                <a:avLst/>
                <a:gdLst>
                  <a:gd name="textAreaLeft" fmla="*/ 0 w 15120"/>
                  <a:gd name="textAreaRight" fmla="*/ 15480 w 15120"/>
                  <a:gd name="textAreaTop" fmla="*/ 0 h 61200"/>
                  <a:gd name="textAreaBottom" fmla="*/ 61560 h 6120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360" tIns="30600" rIns="9360" bIns="30600" numCol="1" spcCol="0" anchor="t">
                <a:noAutofit/>
              </a:bodyPr>
              <a:lstStyle/>
              <a:p>
                <a:endParaRPr lang="da-DK" sz="1800" b="0" u="none" strike="noStrike">
                  <a:solidFill>
                    <a:schemeClr val="dk1"/>
                  </a:solidFill>
                  <a:effectLst/>
                  <a:uFillTx/>
                  <a:latin typeface="Consolas"/>
                </a:endParaRPr>
              </a:p>
            </p:txBody>
          </p:sp>
          <p:sp>
            <p:nvSpPr>
              <p:cNvPr id="969" name="Freeform 44"/>
              <p:cNvSpPr/>
              <p:nvPr/>
            </p:nvSpPr>
            <p:spPr>
              <a:xfrm>
                <a:off x="655164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sp>
            <p:nvSpPr>
              <p:cNvPr id="970" name="Freeform 45"/>
              <p:cNvSpPr/>
              <p:nvPr/>
            </p:nvSpPr>
            <p:spPr>
              <a:xfrm>
                <a:off x="6626160" y="6631920"/>
                <a:ext cx="42120" cy="61200"/>
              </a:xfrm>
              <a:custGeom>
                <a:avLst/>
                <a:gdLst>
                  <a:gd name="textAreaLeft" fmla="*/ 0 w 42120"/>
                  <a:gd name="textAreaRight" fmla="*/ 42480 w 42120"/>
                  <a:gd name="textAreaTop" fmla="*/ 0 h 61200"/>
                  <a:gd name="textAreaBottom" fmla="*/ 61560 h 6120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26280" tIns="30600" rIns="26280" bIns="30600" numCol="1" spcCol="0" anchor="t">
                <a:noAutofit/>
              </a:bodyPr>
              <a:lstStyle/>
              <a:p>
                <a:endParaRPr lang="da-DK" sz="1800" b="0" u="none" strike="noStrike">
                  <a:solidFill>
                    <a:schemeClr val="dk1"/>
                  </a:solidFill>
                  <a:effectLst/>
                  <a:uFillTx/>
                  <a:latin typeface="Consolas"/>
                </a:endParaRPr>
              </a:p>
            </p:txBody>
          </p:sp>
          <p:sp>
            <p:nvSpPr>
              <p:cNvPr id="971" name="Freeform 46"/>
              <p:cNvSpPr/>
              <p:nvPr/>
            </p:nvSpPr>
            <p:spPr>
              <a:xfrm>
                <a:off x="6689160" y="6631920"/>
                <a:ext cx="49680" cy="61200"/>
              </a:xfrm>
              <a:custGeom>
                <a:avLst/>
                <a:gdLst>
                  <a:gd name="textAreaLeft" fmla="*/ 0 w 49680"/>
                  <a:gd name="textAreaRight" fmla="*/ 50040 w 49680"/>
                  <a:gd name="textAreaTop" fmla="*/ 0 h 61200"/>
                  <a:gd name="textAreaBottom" fmla="*/ 61560 h 6120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30960" tIns="30600" rIns="30960" bIns="30600" numCol="1" spcCol="0" anchor="t">
                <a:noAutofit/>
              </a:bodyPr>
              <a:lstStyle/>
              <a:p>
                <a:endParaRPr lang="da-DK" sz="1800" b="0" u="none" strike="noStrike">
                  <a:solidFill>
                    <a:schemeClr val="dk1"/>
                  </a:solidFill>
                  <a:effectLst/>
                  <a:uFillTx/>
                  <a:latin typeface="Consolas"/>
                </a:endParaRPr>
              </a:p>
            </p:txBody>
          </p:sp>
        </p:grpSp>
        <p:grpSp>
          <p:nvGrpSpPr>
            <p:cNvPr id="972" name="Gruppe 11"/>
            <p:cNvGrpSpPr/>
            <p:nvPr/>
          </p:nvGrpSpPr>
          <p:grpSpPr>
            <a:xfrm>
              <a:off x="5864400" y="6027120"/>
              <a:ext cx="413640" cy="439920"/>
              <a:chOff x="5864400" y="6027120"/>
              <a:chExt cx="413640" cy="439920"/>
            </a:xfrm>
          </p:grpSpPr>
          <p:sp>
            <p:nvSpPr>
              <p:cNvPr id="973" name="Freeform 47"/>
              <p:cNvSpPr/>
              <p:nvPr/>
            </p:nvSpPr>
            <p:spPr>
              <a:xfrm>
                <a:off x="6077880" y="6042600"/>
                <a:ext cx="200160" cy="401760"/>
              </a:xfrm>
              <a:custGeom>
                <a:avLst/>
                <a:gdLst>
                  <a:gd name="textAreaLeft" fmla="*/ 0 w 200160"/>
                  <a:gd name="textAreaRight" fmla="*/ 200520 w 200160"/>
                  <a:gd name="textAreaTop" fmla="*/ 0 h 401760"/>
                  <a:gd name="textAreaBottom" fmla="*/ 402120 h 40176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974" name="Freeform 48"/>
              <p:cNvSpPr/>
              <p:nvPr/>
            </p:nvSpPr>
            <p:spPr>
              <a:xfrm>
                <a:off x="5959440" y="6032160"/>
                <a:ext cx="243720" cy="434880"/>
              </a:xfrm>
              <a:custGeom>
                <a:avLst/>
                <a:gdLst>
                  <a:gd name="textAreaLeft" fmla="*/ 0 w 243720"/>
                  <a:gd name="textAreaRight" fmla="*/ 244080 w 243720"/>
                  <a:gd name="textAreaTop" fmla="*/ 0 h 434880"/>
                  <a:gd name="textAreaBottom" fmla="*/ 435240 h 43488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sp>
            <p:nvSpPr>
              <p:cNvPr id="975" name="Freeform 49"/>
              <p:cNvSpPr/>
              <p:nvPr/>
            </p:nvSpPr>
            <p:spPr>
              <a:xfrm>
                <a:off x="5864400" y="6027120"/>
                <a:ext cx="325800" cy="352800"/>
              </a:xfrm>
              <a:custGeom>
                <a:avLst/>
                <a:gdLst>
                  <a:gd name="textAreaLeft" fmla="*/ 0 w 325800"/>
                  <a:gd name="textAreaRight" fmla="*/ 326160 w 325800"/>
                  <a:gd name="textAreaTop" fmla="*/ 0 h 352800"/>
                  <a:gd name="textAreaBottom" fmla="*/ 353160 h 35280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numCol="1" spcCol="0" anchor="t">
                <a:noAutofit/>
              </a:bodyPr>
              <a:lstStyle/>
              <a:p>
                <a:endParaRPr lang="da-DK" sz="1800" b="0" u="none" strike="noStrike">
                  <a:solidFill>
                    <a:schemeClr val="dk1"/>
                  </a:solidFill>
                  <a:effectLst/>
                  <a:uFillTx/>
                  <a:latin typeface="Consolas"/>
                </a:endParaRPr>
              </a:p>
            </p:txBody>
          </p:sp>
        </p:grpSp>
      </p:grpSp>
      <p:sp>
        <p:nvSpPr>
          <p:cNvPr id="976" name="TextBox 1"/>
          <p:cNvSpPr/>
          <p:nvPr/>
        </p:nvSpPr>
        <p:spPr>
          <a:xfrm>
            <a:off x="2441520" y="3378240"/>
            <a:ext cx="7340760" cy="36900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da-DK" sz="1800" b="0" u="none" strike="noStrike">
                <a:solidFill>
                  <a:schemeClr val="dk1"/>
                </a:solidFill>
                <a:effectLst/>
                <a:uFillTx/>
                <a:latin typeface="Consolas"/>
              </a:rPr>
              <a:t>19-09-2024</a:t>
            </a:r>
            <a:endParaRPr lang="en-US" sz="180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7" name="PlaceHolder 1"/>
          <p:cNvSpPr>
            <a:spLocks noGrp="1"/>
          </p:cNvSpPr>
          <p:nvPr>
            <p:ph type="title" hasCustomPrompt="1"/>
          </p:nvPr>
        </p:nvSpPr>
        <p:spPr>
          <a:xfrm>
            <a:off x="587520" y="367560"/>
            <a:ext cx="5668200" cy="1621080"/>
          </a:xfrm>
          <a:prstGeom prst="rect">
            <a:avLst/>
          </a:prstGeom>
          <a:noFill/>
          <a:ln w="0">
            <a:noFill/>
          </a:ln>
        </p:spPr>
        <p:txBody>
          <a:bodyPr lIns="0" tIns="191880" rIns="0" bIns="0" anchor="t">
            <a:noAutofit/>
          </a:bodyPr>
          <a:lstStyle/>
          <a:p>
            <a:pPr indent="0" algn="l" defTabSz="914400">
              <a:lnSpc>
                <a:spcPct val="100000"/>
              </a:lnSpc>
              <a:buNone/>
            </a:pPr>
            <a:r>
              <a:rPr lang="da-DK" sz="3600" b="1" u="none" strike="noStrike" spc="300">
                <a:solidFill>
                  <a:schemeClr val="dk1"/>
                </a:solidFill>
                <a:effectLst/>
                <a:uFillTx/>
                <a:latin typeface="Consolas"/>
              </a:rPr>
              <a:t>Forslag til lærebog</a:t>
            </a:r>
            <a:endParaRPr lang="en-US" sz="3600" b="1" u="none" strike="noStrike" spc="300">
              <a:solidFill>
                <a:schemeClr val="dk1"/>
              </a:solidFill>
              <a:effectLst/>
              <a:uFillTx/>
              <a:latin typeface="Consolas"/>
            </a:endParaRPr>
          </a:p>
        </p:txBody>
      </p:sp>
      <p:sp>
        <p:nvSpPr>
          <p:cNvPr id="978" name="PlaceHolder 2"/>
          <p:cNvSpPr>
            <a:spLocks noGrp="1"/>
          </p:cNvSpPr>
          <p:nvPr>
            <p:ph hasCustomPrompt="1"/>
          </p:nvPr>
        </p:nvSpPr>
        <p:spPr>
          <a:xfrm>
            <a:off x="587520" y="2262600"/>
            <a:ext cx="5352840" cy="4227480"/>
          </a:xfrm>
          <a:prstGeom prst="rect">
            <a:avLst/>
          </a:prstGeom>
          <a:noFill/>
          <a:ln w="0">
            <a:noFill/>
          </a:ln>
        </p:spPr>
        <p:txBody>
          <a:bodyPr lIns="0" tIns="45720" rIns="0" bIns="45720" anchor="t">
            <a:normAutofit fontScale="55000" lnSpcReduction="20000"/>
          </a:bodyPr>
          <a:lstStyle/>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Der findes et utal af online bøger og ligeledes online kursus materiale, der understøtter indlæringen af C. </a:t>
            </a: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Vi vil anvende flere af disse undervejs og der vil være sider at læse til de fleste kursusgange. </a:t>
            </a: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en-US" sz="1400" b="0" u="sng" strike="noStrike">
                <a:solidFill>
                  <a:schemeClr val="dk1"/>
                </a:solidFill>
                <a:effectLst/>
                <a:uFillTx/>
                <a:latin typeface="Consolas"/>
              </a:rPr>
              <a:t>Resources</a:t>
            </a:r>
            <a:r>
              <a:rPr lang="en-US" sz="1400" b="0" u="none" strike="noStrike">
                <a:solidFill>
                  <a:schemeClr val="dk1"/>
                </a:solidFill>
                <a:effectLst/>
                <a:uFillTx/>
                <a:latin typeface="Consolas"/>
              </a:rPr>
              <a:t>:</a:t>
            </a:r>
          </a:p>
          <a:p>
            <a:pPr marL="285840" indent="-285840" algn="l" defTabSz="914400">
              <a:lnSpc>
                <a:spcPct val="120000"/>
              </a:lnSpc>
              <a:spcBef>
                <a:spcPts val="1001"/>
              </a:spcBef>
              <a:buSzPct val="100058"/>
              <a:buBlip>
                <a:blip r:embed="rId2"/>
              </a:buBlip>
              <a:tabLst>
                <a:tab pos="0" algn="l"/>
              </a:tabLst>
            </a:pPr>
            <a:r>
              <a:rPr lang="en-US" sz="1400" b="0" u="sng" strike="noStrike">
                <a:solidFill>
                  <a:srgbClr val="9B95D9"/>
                </a:solidFill>
                <a:effectLst/>
                <a:uFillTx/>
                <a:latin typeface="Consolas"/>
                <a:hlinkClick r:id="rId3"/>
              </a:rPr>
              <a:t>https://cplusplus.com/reference/clibrary/</a:t>
            </a:r>
            <a:endParaRPr lang="en-US" sz="1400" b="0" u="none" strike="noStrike">
              <a:solidFill>
                <a:schemeClr val="dk1"/>
              </a:solidFill>
              <a:effectLst/>
              <a:uFillTx/>
              <a:latin typeface="Consolas"/>
            </a:endParaRPr>
          </a:p>
          <a:p>
            <a:pPr marL="285840" indent="-285840" algn="l" defTabSz="914400">
              <a:lnSpc>
                <a:spcPct val="120000"/>
              </a:lnSpc>
              <a:spcBef>
                <a:spcPts val="1001"/>
              </a:spcBef>
              <a:buSzPct val="100058"/>
              <a:buBlip>
                <a:blip r:embed="rId2"/>
              </a:buBlip>
              <a:tabLst>
                <a:tab pos="0" algn="l"/>
              </a:tabLst>
            </a:pPr>
            <a:r>
              <a:rPr lang="en-US" sz="1400" b="0" u="sng" strike="noStrike">
                <a:solidFill>
                  <a:srgbClr val="9B95D9"/>
                </a:solidFill>
                <a:effectLst/>
                <a:uFillTx/>
                <a:latin typeface="Consolas"/>
                <a:hlinkClick r:id="rId3"/>
              </a:rPr>
              <a:t>https://manual.cs50.io/</a:t>
            </a:r>
            <a:endParaRPr lang="en-US" sz="1400" b="0" u="none" strike="noStrike">
              <a:solidFill>
                <a:schemeClr val="dk1"/>
              </a:solidFill>
              <a:effectLst/>
              <a:uFillTx/>
              <a:latin typeface="Consolas"/>
            </a:endParaRPr>
          </a:p>
          <a:p>
            <a:pPr marL="285840" indent="-285840" algn="l" defTabSz="914400">
              <a:lnSpc>
                <a:spcPct val="120000"/>
              </a:lnSpc>
              <a:spcBef>
                <a:spcPts val="1001"/>
              </a:spcBef>
              <a:buSzPct val="100058"/>
              <a:buBlip>
                <a:blip r:embed="rId2"/>
              </a:buBlip>
              <a:tabLst>
                <a:tab pos="0" algn="l"/>
              </a:tabLst>
            </a:pPr>
            <a:r>
              <a:rPr lang="en-US" sz="1400" b="0" u="sng" strike="noStrike">
                <a:solidFill>
                  <a:srgbClr val="9B95D9"/>
                </a:solidFill>
                <a:effectLst/>
                <a:uFillTx/>
                <a:latin typeface="Consolas"/>
                <a:hlinkClick r:id="rId4"/>
              </a:rPr>
              <a:t>https://www.gnu.org/software/gnu-c-manual/gnu-c-manual.pdf</a:t>
            </a:r>
            <a:endParaRPr lang="en-US" sz="1400" b="0" u="none" strike="noStrike">
              <a:solidFill>
                <a:schemeClr val="dk1"/>
              </a:solidFill>
              <a:effectLst/>
              <a:uFillTx/>
              <a:latin typeface="Consolas"/>
            </a:endParaRPr>
          </a:p>
          <a:p>
            <a:pPr marL="285840" indent="-285840" algn="l" defTabSz="914400">
              <a:lnSpc>
                <a:spcPct val="120000"/>
              </a:lnSpc>
              <a:spcBef>
                <a:spcPts val="1001"/>
              </a:spcBef>
              <a:buSzPct val="100058"/>
              <a:buBlip>
                <a:blip r:embed="rId2"/>
              </a:buBlip>
              <a:tabLst>
                <a:tab pos="0" algn="l"/>
              </a:tabLst>
            </a:pPr>
            <a:r>
              <a:rPr lang="en-US" sz="1400" b="0" u="sng" strike="noStrike">
                <a:solidFill>
                  <a:srgbClr val="9B95D9"/>
                </a:solidFill>
                <a:effectLst/>
                <a:uFillTx/>
                <a:latin typeface="Consolas"/>
                <a:hlinkClick r:id="rId5"/>
              </a:rPr>
              <a:t>https://en.cppreference.com/w/c</a:t>
            </a:r>
            <a:endParaRPr lang="en-US" sz="1400" b="0" u="none" strike="noStrike">
              <a:solidFill>
                <a:schemeClr val="dk1"/>
              </a:solidFill>
              <a:effectLst/>
              <a:uFillTx/>
              <a:latin typeface="Consolas"/>
            </a:endParaRPr>
          </a:p>
          <a:p>
            <a:pPr marL="285840" lvl="1" indent="-285840" algn="l" defTabSz="914400">
              <a:lnSpc>
                <a:spcPct val="120000"/>
              </a:lnSpc>
              <a:spcBef>
                <a:spcPts val="499"/>
              </a:spcBef>
              <a:buSzPct val="100058"/>
              <a:buBlip>
                <a:blip r:embed="rId2"/>
              </a:buBlip>
              <a:tabLst>
                <a:tab pos="0" algn="l"/>
              </a:tabLst>
            </a:pPr>
            <a:r>
              <a:rPr lang="en-US" sz="1400" b="0" u="sng" strike="noStrike">
                <a:solidFill>
                  <a:srgbClr val="9B95D9"/>
                </a:solidFill>
                <a:effectLst/>
                <a:uFillTx/>
                <a:latin typeface="Consolas"/>
                <a:hlinkClick r:id="rId6"/>
              </a:rPr>
              <a:t>https://www.programiz.com/</a:t>
            </a:r>
            <a:endParaRPr lang="en-US" sz="14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en-US" sz="1400" b="0" u="sng" strike="noStrike">
                <a:solidFill>
                  <a:schemeClr val="dk1"/>
                </a:solidFill>
                <a:effectLst/>
                <a:uFillTx/>
                <a:latin typeface="Consolas"/>
              </a:rPr>
              <a:t>Ekstra Opgaver</a:t>
            </a:r>
            <a:r>
              <a:rPr lang="en-US" sz="1400" b="0" u="none" strike="noStrike">
                <a:solidFill>
                  <a:schemeClr val="dk1"/>
                </a:solidFill>
                <a:effectLst/>
                <a:uFillTx/>
                <a:latin typeface="Consolas"/>
              </a:rPr>
              <a:t>:</a:t>
            </a:r>
          </a:p>
          <a:p>
            <a:pPr marL="285840" indent="-285840" algn="l" defTabSz="914400">
              <a:lnSpc>
                <a:spcPct val="120000"/>
              </a:lnSpc>
              <a:spcBef>
                <a:spcPts val="1001"/>
              </a:spcBef>
              <a:buSzPct val="100058"/>
              <a:buBlip>
                <a:blip r:embed="rId2"/>
              </a:buBlip>
              <a:tabLst>
                <a:tab pos="0" algn="l"/>
              </a:tabLst>
            </a:pPr>
            <a:r>
              <a:rPr lang="en-US" sz="1400" b="0" u="sng" strike="noStrike">
                <a:solidFill>
                  <a:srgbClr val="9B95D9"/>
                </a:solidFill>
                <a:effectLst/>
                <a:uFillTx/>
                <a:latin typeface="Consolas"/>
                <a:hlinkClick r:id="rId7"/>
              </a:rPr>
              <a:t>https://www.w3schools.com/c/index.php</a:t>
            </a:r>
            <a:r>
              <a:rPr lang="en-US" sz="1400" b="0" u="none" strike="noStrike">
                <a:solidFill>
                  <a:srgbClr val="9B95D9"/>
                </a:solidFill>
                <a:effectLst/>
                <a:uFillTx/>
                <a:latin typeface="Consolas"/>
              </a:rPr>
              <a:t> </a:t>
            </a:r>
            <a:endParaRPr lang="en-US" sz="1400" b="0" u="none" strike="noStrike">
              <a:solidFill>
                <a:schemeClr val="dk1"/>
              </a:solidFill>
              <a:effectLst/>
              <a:uFillTx/>
              <a:latin typeface="Consolas"/>
            </a:endParaRPr>
          </a:p>
          <a:p>
            <a:pPr marL="285840" indent="-285840" algn="l" defTabSz="914400">
              <a:lnSpc>
                <a:spcPct val="120000"/>
              </a:lnSpc>
              <a:spcBef>
                <a:spcPts val="1001"/>
              </a:spcBef>
              <a:buSzPct val="100058"/>
              <a:buBlip>
                <a:blip r:embed="rId2"/>
              </a:buBlip>
              <a:tabLst>
                <a:tab pos="0" algn="l"/>
              </a:tabLst>
            </a:pPr>
            <a:r>
              <a:rPr lang="en-US" sz="1400" b="0" u="sng" strike="noStrike">
                <a:solidFill>
                  <a:srgbClr val="9B95D9"/>
                </a:solidFill>
                <a:effectLst/>
                <a:uFillTx/>
                <a:latin typeface="Consolas"/>
                <a:hlinkClick r:id="rId8"/>
              </a:rPr>
              <a:t>https://www.programiz.com/c-programming/</a:t>
            </a:r>
            <a:endParaRPr lang="en-US" sz="14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en-US" sz="1400" b="1" u="sng" strike="noStrike">
                <a:solidFill>
                  <a:schemeClr val="dk1"/>
                </a:solidFill>
                <a:effectLst/>
                <a:uFillTx/>
                <a:latin typeface="Consolas"/>
              </a:rPr>
              <a:t>Online Compiler</a:t>
            </a:r>
            <a:r>
              <a:rPr lang="en-US" sz="1400" b="0" u="none" strike="noStrike">
                <a:solidFill>
                  <a:schemeClr val="dk1"/>
                </a:solidFill>
                <a:effectLst/>
                <a:uFillTx/>
                <a:latin typeface="Consolas"/>
              </a:rPr>
              <a:t>:</a:t>
            </a:r>
          </a:p>
          <a:p>
            <a:pPr marL="285840" indent="-285840" algn="l" defTabSz="914400">
              <a:lnSpc>
                <a:spcPct val="120000"/>
              </a:lnSpc>
              <a:spcBef>
                <a:spcPts val="1001"/>
              </a:spcBef>
              <a:buSzPct val="100058"/>
              <a:buBlip>
                <a:blip r:embed="rId2"/>
              </a:buBlip>
              <a:tabLst>
                <a:tab pos="0" algn="l"/>
              </a:tabLst>
            </a:pPr>
            <a:r>
              <a:rPr lang="en-US" sz="1400" b="0" u="sng" strike="noStrike">
                <a:solidFill>
                  <a:srgbClr val="9B95D9"/>
                </a:solidFill>
                <a:effectLst/>
                <a:uFillTx/>
                <a:latin typeface="Consolas"/>
                <a:hlinkClick r:id="rId9"/>
              </a:rPr>
              <a:t>https://onecompiler.com/c</a:t>
            </a:r>
            <a:endParaRPr lang="en-US" sz="14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en-US" sz="1400" b="1" u="sng" strike="noStrike">
                <a:solidFill>
                  <a:schemeClr val="dk1"/>
                </a:solidFill>
                <a:effectLst/>
                <a:uFillTx/>
                <a:latin typeface="Consolas"/>
              </a:rPr>
              <a:t>Arduino Reference:</a:t>
            </a:r>
            <a:endParaRPr lang="en-US" sz="1400" b="0" u="none" strike="noStrike">
              <a:solidFill>
                <a:schemeClr val="dk1"/>
              </a:solidFill>
              <a:effectLst/>
              <a:uFillTx/>
              <a:latin typeface="Consolas"/>
            </a:endParaRPr>
          </a:p>
          <a:p>
            <a:pPr marL="285840" indent="-285840" algn="l" defTabSz="914400">
              <a:lnSpc>
                <a:spcPct val="120000"/>
              </a:lnSpc>
              <a:spcBef>
                <a:spcPts val="1001"/>
              </a:spcBef>
              <a:buSzPct val="100058"/>
              <a:buBlip>
                <a:blip r:embed="rId2"/>
              </a:buBlip>
              <a:tabLst>
                <a:tab pos="0" algn="l"/>
              </a:tabLst>
            </a:pPr>
            <a:r>
              <a:rPr lang="en-US" sz="1400" b="0" u="sng" strike="noStrike">
                <a:solidFill>
                  <a:schemeClr val="dk1"/>
                </a:solidFill>
                <a:effectLst/>
                <a:uFillTx/>
                <a:latin typeface="Consolas"/>
                <a:hlinkClick r:id="rId10"/>
              </a:rPr>
              <a:t>https://www.arduino.cc/reference/en/</a:t>
            </a:r>
            <a:endParaRPr lang="en-US" sz="1400" b="0" u="none" strike="noStrike">
              <a:solidFill>
                <a:schemeClr val="dk1"/>
              </a:solidFill>
              <a:effectLst/>
              <a:uFillTx/>
              <a:latin typeface="Consolas"/>
            </a:endParaRPr>
          </a:p>
          <a:p>
            <a:pPr indent="0" algn="l" defTabSz="914400">
              <a:lnSpc>
                <a:spcPct val="120000"/>
              </a:lnSpc>
              <a:spcBef>
                <a:spcPts val="499"/>
              </a:spcBef>
              <a:buNone/>
              <a:tabLst>
                <a:tab pos="0" algn="l"/>
              </a:tabLst>
            </a:pPr>
            <a:endParaRPr lang="en-US" sz="1400" b="0" u="none" strike="noStrike">
              <a:solidFill>
                <a:schemeClr val="dk1"/>
              </a:solidFill>
              <a:effectLst/>
              <a:uFillTx/>
              <a:latin typeface="Consolas"/>
            </a:endParaRPr>
          </a:p>
          <a:p>
            <a:pPr indent="0" algn="l" defTabSz="914400">
              <a:lnSpc>
                <a:spcPct val="120000"/>
              </a:lnSpc>
              <a:spcBef>
                <a:spcPts val="499"/>
              </a:spcBef>
              <a:buNone/>
              <a:tabLst>
                <a:tab pos="898560" algn="l"/>
              </a:tabLst>
            </a:pPr>
            <a:endParaRPr lang="en-US" sz="1000" b="0" u="none" strike="noStrike">
              <a:solidFill>
                <a:schemeClr val="dk1"/>
              </a:solidFill>
              <a:effectLst/>
              <a:uFillTx/>
              <a:latin typeface="Consolas"/>
            </a:endParaRPr>
          </a:p>
          <a:p>
            <a:pPr indent="0" algn="l" defTabSz="914400">
              <a:lnSpc>
                <a:spcPct val="120000"/>
              </a:lnSpc>
              <a:spcBef>
                <a:spcPts val="499"/>
              </a:spcBef>
              <a:buNone/>
              <a:tabLst>
                <a:tab pos="898560" algn="l"/>
              </a:tabLst>
            </a:pPr>
            <a:endParaRPr lang="en-US" sz="14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en-US" sz="1600" b="0" u="none" strike="noStrike">
              <a:solidFill>
                <a:schemeClr val="dk1"/>
              </a:solidFill>
              <a:effectLst/>
              <a:uFillTx/>
              <a:latin typeface="Consolas"/>
            </a:endParaRPr>
          </a:p>
        </p:txBody>
      </p:sp>
      <p:pic>
        <p:nvPicPr>
          <p:cNvPr id="979" name="Billede 13" descr="Et billede, der indeholder skærmbillede&#10;&#10;Automatisk genereret beskrivelse"/>
          <p:cNvPicPr/>
          <p:nvPr/>
        </p:nvPicPr>
        <p:blipFill>
          <a:blip r:embed="rId11"/>
          <a:stretch/>
        </p:blipFill>
        <p:spPr>
          <a:xfrm>
            <a:off x="6255720" y="287640"/>
            <a:ext cx="2552760" cy="3586680"/>
          </a:xfrm>
          <a:prstGeom prst="rect">
            <a:avLst/>
          </a:prstGeom>
          <a:noFill/>
          <a:ln w="0">
            <a:noFill/>
          </a:ln>
        </p:spPr>
      </p:pic>
      <p:pic>
        <p:nvPicPr>
          <p:cNvPr id="980" name="Billede 15"/>
          <p:cNvPicPr/>
          <p:nvPr/>
        </p:nvPicPr>
        <p:blipFill>
          <a:blip r:embed="rId12"/>
          <a:stretch/>
        </p:blipFill>
        <p:spPr>
          <a:xfrm>
            <a:off x="8947800" y="2262600"/>
            <a:ext cx="2485440" cy="3579480"/>
          </a:xfrm>
          <a:prstGeom prst="rect">
            <a:avLst/>
          </a:prstGeom>
          <a:noFill/>
          <a:ln w="12700">
            <a:solidFill>
              <a:srgbClr val="211A52"/>
            </a:solidFill>
            <a:round/>
          </a:ln>
        </p:spPr>
      </p:pic>
      <p:sp>
        <p:nvSpPr>
          <p:cNvPr id="4" name="PlaceHolder 3"/>
          <p:cNvSpPr>
            <a:spLocks noGrp="1"/>
          </p:cNvSpPr>
          <p:nvPr>
            <p:ph type="sldNum" idx="7"/>
          </p:nvPr>
        </p:nvSpPr>
        <p:spPr/>
        <p:txBody>
          <a:bodyPr/>
          <a:lstStyle/>
          <a:p>
            <a:fld id="{759AF90B-731E-49B3-B3FB-0680ED4466B2}" type="slidenum">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1" name="Picture 980"/>
          <p:cNvPicPr/>
          <p:nvPr/>
        </p:nvPicPr>
        <p:blipFill>
          <a:blip r:embed="rId2"/>
          <a:stretch/>
        </p:blipFill>
        <p:spPr>
          <a:xfrm>
            <a:off x="20880" y="408240"/>
            <a:ext cx="12191760" cy="5535360"/>
          </a:xfrm>
          <a:prstGeom prst="rect">
            <a:avLst/>
          </a:prstGeom>
          <a:noFill/>
          <a:ln w="38160">
            <a:noFill/>
          </a:ln>
        </p:spPr>
      </p:pic>
      <p:sp>
        <p:nvSpPr>
          <p:cNvPr id="2" name="PlaceHolder 1"/>
          <p:cNvSpPr>
            <a:spLocks noGrp="1"/>
          </p:cNvSpPr>
          <p:nvPr>
            <p:ph type="sldNum" idx="11"/>
          </p:nvPr>
        </p:nvSpPr>
        <p:spPr/>
        <p:txBody>
          <a:bodyPr/>
          <a:lstStyle/>
          <a:p>
            <a:fld id="{896A4278-10D6-4F12-9454-3F455F64EE90}" type="slidenum">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 name="PlaceHolder 1"/>
          <p:cNvSpPr>
            <a:spLocks noGrp="1"/>
          </p:cNvSpPr>
          <p:nvPr>
            <p:ph type="title" hasCustomPrompt="1"/>
          </p:nvPr>
        </p:nvSpPr>
        <p:spPr>
          <a:xfrm>
            <a:off x="587520" y="370440"/>
            <a:ext cx="8121240" cy="1474200"/>
          </a:xfrm>
          <a:prstGeom prst="rect">
            <a:avLst/>
          </a:prstGeom>
          <a:noFill/>
          <a:ln w="0">
            <a:noFill/>
          </a:ln>
        </p:spPr>
        <p:txBody>
          <a:bodyPr lIns="0" tIns="191880" rIns="0" bIns="0" anchor="t">
            <a:noAutofit/>
          </a:bodyPr>
          <a:lstStyle/>
          <a:p>
            <a:pPr indent="0" algn="l" defTabSz="914400">
              <a:lnSpc>
                <a:spcPct val="100000"/>
              </a:lnSpc>
              <a:buNone/>
            </a:pPr>
            <a:r>
              <a:rPr lang="da-DK" sz="3600" b="1" u="none" strike="noStrike" spc="300">
                <a:solidFill>
                  <a:schemeClr val="dk1"/>
                </a:solidFill>
                <a:effectLst/>
                <a:uFillTx/>
                <a:latin typeface="Consolas"/>
              </a:rPr>
              <a:t>Know where your code and solutions are</a:t>
            </a:r>
            <a:endParaRPr lang="en-US" sz="3600" b="1" u="none" strike="noStrike" spc="300">
              <a:solidFill>
                <a:schemeClr val="dk1"/>
              </a:solidFill>
              <a:effectLst/>
              <a:uFillTx/>
              <a:latin typeface="Consolas"/>
            </a:endParaRPr>
          </a:p>
        </p:txBody>
      </p:sp>
      <p:pic>
        <p:nvPicPr>
          <p:cNvPr id="983" name="Billede 9"/>
          <p:cNvPicPr/>
          <p:nvPr/>
        </p:nvPicPr>
        <p:blipFill>
          <a:blip r:embed="rId2"/>
          <a:stretch/>
        </p:blipFill>
        <p:spPr>
          <a:xfrm>
            <a:off x="2110320" y="1844640"/>
            <a:ext cx="7971120" cy="4034520"/>
          </a:xfrm>
          <a:prstGeom prst="rect">
            <a:avLst/>
          </a:prstGeom>
          <a:noFill/>
          <a:ln w="0">
            <a:noFill/>
          </a:ln>
        </p:spPr>
      </p:pic>
      <p:sp>
        <p:nvSpPr>
          <p:cNvPr id="3" name="PlaceHolder 2"/>
          <p:cNvSpPr>
            <a:spLocks noGrp="1"/>
          </p:cNvSpPr>
          <p:nvPr>
            <p:ph type="sldNum" idx="5"/>
          </p:nvPr>
        </p:nvSpPr>
        <p:spPr/>
        <p:txBody>
          <a:bodyPr/>
          <a:lstStyle/>
          <a:p>
            <a:fld id="{3D9F4127-0F6F-4436-BCA0-04209256A984}" type="slidenum">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4" name="PlaceHolder 1"/>
          <p:cNvSpPr>
            <a:spLocks noGrp="1"/>
          </p:cNvSpPr>
          <p:nvPr>
            <p:ph type="title" hasCustomPrompt="1"/>
          </p:nvPr>
        </p:nvSpPr>
        <p:spPr>
          <a:xfrm>
            <a:off x="587520" y="370440"/>
            <a:ext cx="10210320" cy="1474200"/>
          </a:xfrm>
          <a:prstGeom prst="rect">
            <a:avLst/>
          </a:prstGeom>
          <a:noFill/>
          <a:ln w="0">
            <a:noFill/>
          </a:ln>
        </p:spPr>
        <p:txBody>
          <a:bodyPr lIns="0" tIns="191880" rIns="0" bIns="0" anchor="t">
            <a:noAutofit/>
          </a:bodyPr>
          <a:lstStyle/>
          <a:p>
            <a:pPr indent="0" algn="l" defTabSz="914400">
              <a:lnSpc>
                <a:spcPct val="100000"/>
              </a:lnSpc>
              <a:buNone/>
            </a:pPr>
            <a:r>
              <a:rPr lang="da-DK" sz="3600" b="1" u="none" strike="noStrike" spc="300">
                <a:solidFill>
                  <a:schemeClr val="dk1"/>
                </a:solidFill>
                <a:effectLst/>
                <a:uFillTx/>
                <a:latin typeface="Consolas"/>
              </a:rPr>
              <a:t>Få styr på jeres default kode template</a:t>
            </a:r>
            <a:endParaRPr lang="en-US" sz="3600" b="1" u="none" strike="noStrike" spc="300">
              <a:solidFill>
                <a:schemeClr val="dk1"/>
              </a:solidFill>
              <a:effectLst/>
              <a:uFillTx/>
              <a:latin typeface="Consolas"/>
            </a:endParaRPr>
          </a:p>
        </p:txBody>
      </p:sp>
      <p:pic>
        <p:nvPicPr>
          <p:cNvPr id="985" name="Billede 5"/>
          <p:cNvPicPr/>
          <p:nvPr/>
        </p:nvPicPr>
        <p:blipFill>
          <a:blip r:embed="rId2"/>
          <a:stretch/>
        </p:blipFill>
        <p:spPr>
          <a:xfrm>
            <a:off x="5432760" y="2323080"/>
            <a:ext cx="6620040" cy="3162240"/>
          </a:xfrm>
          <a:prstGeom prst="rect">
            <a:avLst/>
          </a:prstGeom>
          <a:noFill/>
          <a:ln w="0">
            <a:noFill/>
          </a:ln>
        </p:spPr>
      </p:pic>
      <p:pic>
        <p:nvPicPr>
          <p:cNvPr id="986" name="Billede 5"/>
          <p:cNvPicPr/>
          <p:nvPr/>
        </p:nvPicPr>
        <p:blipFill>
          <a:blip r:embed="rId3"/>
          <a:stretch/>
        </p:blipFill>
        <p:spPr>
          <a:xfrm>
            <a:off x="280800" y="2428560"/>
            <a:ext cx="5162760" cy="3350160"/>
          </a:xfrm>
          <a:prstGeom prst="rect">
            <a:avLst/>
          </a:prstGeom>
          <a:noFill/>
          <a:ln w="0">
            <a:noFill/>
          </a:ln>
        </p:spPr>
      </p:pic>
      <p:sp>
        <p:nvSpPr>
          <p:cNvPr id="3" name="PlaceHolder 2"/>
          <p:cNvSpPr>
            <a:spLocks noGrp="1"/>
          </p:cNvSpPr>
          <p:nvPr>
            <p:ph type="sldNum" idx="5"/>
          </p:nvPr>
        </p:nvSpPr>
        <p:spPr/>
        <p:txBody>
          <a:bodyPr/>
          <a:lstStyle/>
          <a:p>
            <a:fld id="{505235E2-6D4E-46E9-B09B-C527500F688D}" type="slidenum">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7" name="PlaceHolder 1"/>
          <p:cNvSpPr>
            <a:spLocks noGrp="1"/>
          </p:cNvSpPr>
          <p:nvPr>
            <p:ph type="title" hasCustomPrompt="1"/>
          </p:nvPr>
        </p:nvSpPr>
        <p:spPr>
          <a:xfrm>
            <a:off x="587520" y="359280"/>
            <a:ext cx="4489920" cy="1621080"/>
          </a:xfrm>
          <a:prstGeom prst="rect">
            <a:avLst/>
          </a:prstGeom>
          <a:noFill/>
          <a:ln w="0">
            <a:noFill/>
          </a:ln>
        </p:spPr>
        <p:txBody>
          <a:bodyPr lIns="0" tIns="191880" rIns="0" bIns="0" anchor="t">
            <a:noAutofit/>
          </a:bodyPr>
          <a:lstStyle/>
          <a:p>
            <a:pPr indent="0" algn="l" defTabSz="914400">
              <a:lnSpc>
                <a:spcPct val="100000"/>
              </a:lnSpc>
              <a:buNone/>
            </a:pPr>
            <a:r>
              <a:rPr lang="en-US" sz="3600" b="1" u="none" strike="noStrike" spc="300">
                <a:solidFill>
                  <a:schemeClr val="dk1"/>
                </a:solidFill>
                <a:effectLst/>
                <a:uFillTx/>
                <a:latin typeface="Consolas"/>
              </a:rPr>
              <a:t>L</a:t>
            </a:r>
            <a:r>
              <a:rPr lang="da-DK" sz="3600" b="1" u="none" strike="noStrike" spc="300">
                <a:solidFill>
                  <a:schemeClr val="dk1"/>
                </a:solidFill>
                <a:effectLst/>
                <a:uFillTx/>
                <a:latin typeface="Consolas"/>
              </a:rPr>
              <a:t>æringsmål idag</a:t>
            </a:r>
            <a:endParaRPr lang="en-US" sz="3600" b="1" u="none" strike="noStrike" spc="300">
              <a:solidFill>
                <a:schemeClr val="dk1"/>
              </a:solidFill>
              <a:effectLst/>
              <a:uFillTx/>
              <a:latin typeface="Consolas"/>
            </a:endParaRPr>
          </a:p>
        </p:txBody>
      </p:sp>
      <p:sp>
        <p:nvSpPr>
          <p:cNvPr id="988" name="PlaceHolder 2"/>
          <p:cNvSpPr>
            <a:spLocks noGrp="1"/>
          </p:cNvSpPr>
          <p:nvPr>
            <p:ph hasCustomPrompt="1"/>
          </p:nvPr>
        </p:nvSpPr>
        <p:spPr>
          <a:xfrm>
            <a:off x="587520" y="2143440"/>
            <a:ext cx="6377760" cy="3751920"/>
          </a:xfrm>
          <a:prstGeom prst="rect">
            <a:avLst/>
          </a:prstGeom>
          <a:noFill/>
          <a:ln w="0">
            <a:noFill/>
          </a:ln>
        </p:spPr>
        <p:txBody>
          <a:bodyPr lIns="0" tIns="45720" rIns="0" bIns="45720" anchor="t">
            <a:normAutofit/>
          </a:bodyPr>
          <a:lstStyle/>
          <a:p>
            <a:pPr marL="285840" indent="-285840" algn="l" defTabSz="914400">
              <a:lnSpc>
                <a:spcPct val="100000"/>
              </a:lnSpc>
              <a:spcBef>
                <a:spcPts val="601"/>
              </a:spcBef>
              <a:buSzPct val="100051"/>
              <a:buBlip>
                <a:blip r:embed="rId2"/>
              </a:buBlip>
            </a:pPr>
            <a:r>
              <a:rPr lang="da-DK" sz="1600" b="0" u="none" strike="noStrike">
                <a:solidFill>
                  <a:schemeClr val="dk1"/>
                </a:solidFill>
                <a:effectLst/>
                <a:uFillTx/>
                <a:latin typeface="Consolas"/>
              </a:rPr>
              <a:t>Viden om de iterative kontrol strukturer</a:t>
            </a:r>
            <a:endParaRPr lang="en-US" sz="1600" b="0" u="none" strike="noStrike">
              <a:solidFill>
                <a:schemeClr val="dk1"/>
              </a:solidFill>
              <a:effectLst/>
              <a:uFillTx/>
              <a:latin typeface="Consolas"/>
            </a:endParaRPr>
          </a:p>
          <a:p>
            <a:pPr marL="285840" indent="-285840" algn="l" defTabSz="914400">
              <a:lnSpc>
                <a:spcPct val="100000"/>
              </a:lnSpc>
              <a:spcBef>
                <a:spcPts val="601"/>
              </a:spcBef>
              <a:buSzPct val="100051"/>
              <a:buBlip>
                <a:blip r:embed="rId2"/>
              </a:buBlip>
            </a:pPr>
            <a:r>
              <a:rPr lang="da-DK" sz="1600" b="0" u="none" strike="noStrike">
                <a:solidFill>
                  <a:schemeClr val="dk1"/>
                </a:solidFill>
                <a:effectLst/>
                <a:uFillTx/>
                <a:latin typeface="Consolas"/>
              </a:rPr>
              <a:t>Viden om iterator</a:t>
            </a: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a:p>
            <a:pPr marL="285840" indent="-285840" algn="l" defTabSz="914400">
              <a:lnSpc>
                <a:spcPct val="100000"/>
              </a:lnSpc>
              <a:spcBef>
                <a:spcPts val="601"/>
              </a:spcBef>
              <a:buSzPct val="100051"/>
              <a:buBlip>
                <a:blip r:embed="rId2"/>
              </a:buBlip>
              <a:tabLst>
                <a:tab pos="0" algn="l"/>
              </a:tabLst>
            </a:pPr>
            <a:r>
              <a:rPr lang="da-DK" sz="1600" b="0" u="none" strike="noStrike">
                <a:solidFill>
                  <a:schemeClr val="dk1"/>
                </a:solidFill>
                <a:effectLst/>
                <a:uFillTx/>
                <a:latin typeface="Consolas"/>
              </a:rPr>
              <a:t>Kan anvende de iterative kontrol strukturer</a:t>
            </a:r>
            <a:endParaRPr lang="en-US" sz="1600" b="0" u="none" strike="noStrike">
              <a:solidFill>
                <a:schemeClr val="dk1"/>
              </a:solidFill>
              <a:effectLst/>
              <a:uFillTx/>
              <a:latin typeface="Consolas"/>
            </a:endParaRPr>
          </a:p>
          <a:p>
            <a:pPr marL="285840" indent="-285840" algn="l" defTabSz="914400">
              <a:lnSpc>
                <a:spcPct val="100000"/>
              </a:lnSpc>
              <a:spcBef>
                <a:spcPts val="601"/>
              </a:spcBef>
              <a:buSzPct val="100051"/>
              <a:buBlip>
                <a:blip r:embed="rId2"/>
              </a:buBlip>
              <a:tabLst>
                <a:tab pos="0" algn="l"/>
              </a:tabLst>
            </a:pPr>
            <a:r>
              <a:rPr lang="da-DK" sz="1600" b="0" u="none" strike="noStrike">
                <a:solidFill>
                  <a:schemeClr val="dk1"/>
                </a:solidFill>
                <a:effectLst/>
                <a:uFillTx/>
                <a:latin typeface="Consolas"/>
              </a:rPr>
              <a:t>Kan anvende iterative kontrol strukturer til at som et led i en algoritme</a:t>
            </a:r>
            <a:endParaRPr lang="en-US" sz="1600" b="0" u="none" strike="noStrike">
              <a:solidFill>
                <a:schemeClr val="dk1"/>
              </a:solidFill>
              <a:effectLst/>
              <a:uFillTx/>
              <a:latin typeface="Consolas"/>
            </a:endParaRPr>
          </a:p>
          <a:p>
            <a:pPr marL="285840" indent="-285840" algn="l" defTabSz="914400">
              <a:lnSpc>
                <a:spcPct val="100000"/>
              </a:lnSpc>
              <a:spcBef>
                <a:spcPts val="601"/>
              </a:spcBef>
              <a:buSzPct val="100051"/>
              <a:buBlip>
                <a:blip r:embed="rId2"/>
              </a:buBlip>
              <a:tabLst>
                <a:tab pos="0" algn="l"/>
              </a:tabLst>
            </a:pPr>
            <a:r>
              <a:rPr lang="da-DK" sz="1600" b="0" u="none" strike="noStrike">
                <a:solidFill>
                  <a:schemeClr val="dk1"/>
                </a:solidFill>
                <a:effectLst/>
                <a:uFillTx/>
                <a:latin typeface="Consolas"/>
              </a:rPr>
              <a:t>Kan bruge en iterativ kontrol struktur til at modificerer data</a:t>
            </a: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p:txBody>
      </p:sp>
      <p:pic>
        <p:nvPicPr>
          <p:cNvPr id="989" name="Pladsholder til billede 33"/>
          <p:cNvPicPr/>
          <p:nvPr/>
        </p:nvPicPr>
        <p:blipFill>
          <a:blip r:embed="rId3"/>
          <a:srcRect l="30513" r="30513"/>
          <a:stretch/>
        </p:blipFill>
        <p:spPr>
          <a:xfrm>
            <a:off x="7439040" y="0"/>
            <a:ext cx="4752720" cy="6857640"/>
          </a:xfrm>
          <a:prstGeom prst="rect">
            <a:avLst/>
          </a:prstGeom>
          <a:pattFill prst="wdUpDiag">
            <a:fgClr>
              <a:srgbClr val="211A52"/>
            </a:fgClr>
            <a:bgClr>
              <a:srgbClr val="FFFFFF"/>
            </a:bgClr>
          </a:pattFill>
          <a:ln w="0">
            <a:noFill/>
          </a:ln>
        </p:spPr>
      </p:pic>
      <p:sp>
        <p:nvSpPr>
          <p:cNvPr id="4" name="PlaceHolder 3"/>
          <p:cNvSpPr>
            <a:spLocks noGrp="1"/>
          </p:cNvSpPr>
          <p:nvPr>
            <p:ph type="sldNum" idx="8"/>
          </p:nvPr>
        </p:nvSpPr>
        <p:spPr/>
        <p:txBody>
          <a:bodyPr/>
          <a:lstStyle/>
          <a:p>
            <a:fld id="{1497E356-F52E-4F7F-B9E3-0EB2E0B6DA00}" type="slidenum">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0" name="PlaceHolder 1"/>
          <p:cNvSpPr>
            <a:spLocks noGrp="1"/>
          </p:cNvSpPr>
          <p:nvPr>
            <p:ph type="pic"/>
          </p:nvPr>
        </p:nvSpPr>
        <p:spPr/>
        <p:txBody>
          <a:bodyPr/>
          <a:lstStyle/>
          <a:p>
            <a:endParaRPr lang="LID4096"/>
          </a:p>
        </p:txBody>
      </p:sp>
      <p:sp>
        <p:nvSpPr>
          <p:cNvPr id="991" name="PlaceHolder 2"/>
          <p:cNvSpPr>
            <a:spLocks noGrp="1"/>
          </p:cNvSpPr>
          <p:nvPr>
            <p:ph type="title" hasCustomPrompt="1"/>
          </p:nvPr>
        </p:nvSpPr>
        <p:spPr>
          <a:xfrm>
            <a:off x="587520" y="359280"/>
            <a:ext cx="6366600" cy="1621080"/>
          </a:xfrm>
          <a:prstGeom prst="rect">
            <a:avLst/>
          </a:prstGeom>
          <a:noFill/>
          <a:ln w="0">
            <a:noFill/>
          </a:ln>
        </p:spPr>
        <p:txBody>
          <a:bodyPr lIns="0" tIns="191880" rIns="0" bIns="0" anchor="t">
            <a:noAutofit/>
          </a:bodyPr>
          <a:lstStyle/>
          <a:p>
            <a:pPr indent="0" algn="l" defTabSz="914400">
              <a:lnSpc>
                <a:spcPct val="100000"/>
              </a:lnSpc>
              <a:buNone/>
            </a:pPr>
            <a:r>
              <a:rPr lang="en-US" sz="3600" b="1" u="none" strike="noStrike" spc="300">
                <a:solidFill>
                  <a:schemeClr val="dk1"/>
                </a:solidFill>
                <a:effectLst/>
                <a:uFillTx/>
                <a:latin typeface="Consolas"/>
              </a:rPr>
              <a:t>Iteration or loop statements</a:t>
            </a:r>
            <a:br>
              <a:rPr sz="3600"/>
            </a:br>
            <a:br>
              <a:rPr sz="3600"/>
            </a:br>
            <a:endParaRPr lang="en-US" sz="3600" b="1" u="none" strike="noStrike" spc="300">
              <a:solidFill>
                <a:schemeClr val="dk1"/>
              </a:solidFill>
              <a:effectLst/>
              <a:uFillTx/>
              <a:latin typeface="Consolas"/>
            </a:endParaRPr>
          </a:p>
        </p:txBody>
      </p:sp>
      <p:sp>
        <p:nvSpPr>
          <p:cNvPr id="992" name="PlaceHolder 3"/>
          <p:cNvSpPr>
            <a:spLocks noGrp="1"/>
          </p:cNvSpPr>
          <p:nvPr>
            <p:ph hasCustomPrompt="1"/>
          </p:nvPr>
        </p:nvSpPr>
        <p:spPr>
          <a:xfrm>
            <a:off x="587520" y="2143440"/>
            <a:ext cx="4489920" cy="3751920"/>
          </a:xfrm>
          <a:prstGeom prst="rect">
            <a:avLst/>
          </a:prstGeom>
          <a:noFill/>
          <a:ln w="0">
            <a:noFill/>
          </a:ln>
        </p:spPr>
        <p:txBody>
          <a:bodyPr lIns="0" tIns="45720" rIns="0" bIns="45720" anchor="t">
            <a:normAutofit/>
          </a:bodyPr>
          <a:lstStyle/>
          <a:p>
            <a:pPr indent="0" algn="l" defTabSz="914400">
              <a:lnSpc>
                <a:spcPct val="100000"/>
              </a:lnSpc>
              <a:spcBef>
                <a:spcPts val="601"/>
              </a:spcBef>
              <a:buNone/>
              <a:tabLst>
                <a:tab pos="0" algn="l"/>
              </a:tabLst>
            </a:pPr>
            <a:r>
              <a:rPr lang="en-US" sz="1800" b="0" u="none" strike="noStrike">
                <a:solidFill>
                  <a:schemeClr val="dk1"/>
                </a:solidFill>
                <a:effectLst/>
                <a:uFillTx/>
                <a:latin typeface="Consolas"/>
              </a:rPr>
              <a:t>Iteration or loop</a:t>
            </a:r>
          </a:p>
          <a:p>
            <a:pPr marL="285840" indent="-285840" algn="l" defTabSz="914400">
              <a:lnSpc>
                <a:spcPct val="100000"/>
              </a:lnSpc>
              <a:spcBef>
                <a:spcPts val="601"/>
              </a:spcBef>
              <a:buSzPct val="100000"/>
              <a:buBlip>
                <a:blip r:embed="rId2"/>
              </a:buBlip>
              <a:tabLst>
                <a:tab pos="0" algn="l"/>
              </a:tabLst>
            </a:pPr>
            <a:r>
              <a:rPr lang="en-US" sz="2000" b="1" u="none" strike="noStrike">
                <a:solidFill>
                  <a:schemeClr val="dk1"/>
                </a:solidFill>
                <a:effectLst/>
                <a:uFillTx/>
                <a:latin typeface="Consolas"/>
              </a:rPr>
              <a:t>for</a:t>
            </a:r>
            <a:endParaRPr lang="en-US" sz="2000" b="0" u="none" strike="noStrike">
              <a:solidFill>
                <a:schemeClr val="dk1"/>
              </a:solidFill>
              <a:effectLst/>
              <a:uFillTx/>
              <a:latin typeface="Consolas"/>
            </a:endParaRPr>
          </a:p>
          <a:p>
            <a:pPr marL="285840" indent="-285840" algn="l" defTabSz="914400">
              <a:lnSpc>
                <a:spcPct val="100000"/>
              </a:lnSpc>
              <a:spcBef>
                <a:spcPts val="601"/>
              </a:spcBef>
              <a:buSzPct val="100000"/>
              <a:buBlip>
                <a:blip r:embed="rId2"/>
              </a:buBlip>
              <a:tabLst>
                <a:tab pos="0" algn="l"/>
              </a:tabLst>
            </a:pPr>
            <a:r>
              <a:rPr lang="en-US" sz="2000" b="0" u="none" strike="noStrike">
                <a:solidFill>
                  <a:schemeClr val="dk1"/>
                </a:solidFill>
                <a:effectLst/>
                <a:uFillTx/>
                <a:latin typeface="Consolas"/>
              </a:rPr>
              <a:t>while</a:t>
            </a:r>
          </a:p>
          <a:p>
            <a:pPr marL="285840" indent="-285840" algn="l" defTabSz="914400">
              <a:lnSpc>
                <a:spcPct val="100000"/>
              </a:lnSpc>
              <a:spcBef>
                <a:spcPts val="601"/>
              </a:spcBef>
              <a:buSzPct val="100112"/>
              <a:buBlip>
                <a:blip r:embed="rId3"/>
              </a:buBlip>
              <a:tabLst>
                <a:tab pos="0" algn="l"/>
              </a:tabLst>
            </a:pPr>
            <a:r>
              <a:rPr lang="en-US" sz="1800" b="0" u="none" strike="noStrike">
                <a:solidFill>
                  <a:schemeClr val="dk1"/>
                </a:solidFill>
                <a:effectLst/>
                <a:uFillTx/>
                <a:latin typeface="Consolas"/>
              </a:rPr>
              <a:t>Nested loops</a:t>
            </a:r>
          </a:p>
          <a:p>
            <a:pPr indent="0" algn="l" defTabSz="914400">
              <a:lnSpc>
                <a:spcPct val="120000"/>
              </a:lnSpc>
              <a:spcBef>
                <a:spcPts val="499"/>
              </a:spcBef>
              <a:buNone/>
              <a:tabLst>
                <a:tab pos="0" algn="l"/>
              </a:tabLst>
            </a:pPr>
            <a:endParaRPr lang="en-US" sz="1800" b="0" u="none" strike="noStrike">
              <a:solidFill>
                <a:schemeClr val="dk1"/>
              </a:solidFill>
              <a:effectLst/>
              <a:uFillTx/>
              <a:latin typeface="Consolas"/>
            </a:endParaRPr>
          </a:p>
          <a:p>
            <a:pPr marL="338040" indent="0" algn="l" defTabSz="914400">
              <a:lnSpc>
                <a:spcPct val="120000"/>
              </a:lnSpc>
              <a:spcBef>
                <a:spcPts val="499"/>
              </a:spcBef>
              <a:buNone/>
              <a:tabLst>
                <a:tab pos="0" algn="l"/>
              </a:tabLst>
            </a:pPr>
            <a:r>
              <a:rPr lang="en-US" sz="1800" b="0" u="none" strike="noStrike">
                <a:solidFill>
                  <a:schemeClr val="dk1"/>
                </a:solidFill>
                <a:effectLst/>
                <a:uFillTx/>
                <a:latin typeface="Consolas"/>
              </a:rPr>
              <a:t>Selvstudie: do-while</a:t>
            </a:r>
          </a:p>
          <a:p>
            <a:pPr marL="338040" indent="0" algn="l" defTabSz="914400">
              <a:lnSpc>
                <a:spcPct val="120000"/>
              </a:lnSpc>
              <a:spcBef>
                <a:spcPts val="499"/>
              </a:spcBef>
              <a:buNone/>
              <a:tabLst>
                <a:tab pos="0" algn="l"/>
              </a:tabLst>
            </a:pPr>
            <a:endParaRPr lang="en-US" sz="1800" b="0" u="none" strike="noStrike">
              <a:solidFill>
                <a:schemeClr val="dk1"/>
              </a:solidFill>
              <a:effectLst/>
              <a:uFillTx/>
              <a:latin typeface="Consolas"/>
            </a:endParaRPr>
          </a:p>
        </p:txBody>
      </p:sp>
      <p:sp>
        <p:nvSpPr>
          <p:cNvPr id="5" name="PlaceHolder 4"/>
          <p:cNvSpPr>
            <a:spLocks noGrp="1"/>
          </p:cNvSpPr>
          <p:nvPr>
            <p:ph type="sldNum" idx="8"/>
          </p:nvPr>
        </p:nvSpPr>
        <p:spPr/>
        <p:txBody>
          <a:bodyPr/>
          <a:lstStyle/>
          <a:p>
            <a:fld id="{4FF87911-2BA7-44BD-A1A5-F8AE9C92C0F8}" type="slidenum">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 name="PlaceHolder 1"/>
          <p:cNvSpPr>
            <a:spLocks noGrp="1"/>
          </p:cNvSpPr>
          <p:nvPr>
            <p:ph type="title" hasCustomPrompt="1"/>
          </p:nvPr>
        </p:nvSpPr>
        <p:spPr>
          <a:xfrm>
            <a:off x="587520" y="370440"/>
            <a:ext cx="5149440" cy="1474200"/>
          </a:xfrm>
          <a:prstGeom prst="rect">
            <a:avLst/>
          </a:prstGeom>
          <a:noFill/>
          <a:ln w="0">
            <a:noFill/>
          </a:ln>
        </p:spPr>
        <p:txBody>
          <a:bodyPr lIns="0" tIns="191880" rIns="0" bIns="0" anchor="t">
            <a:noAutofit/>
          </a:bodyPr>
          <a:lstStyle/>
          <a:p>
            <a:pPr indent="0" algn="l" defTabSz="914400">
              <a:lnSpc>
                <a:spcPct val="100000"/>
              </a:lnSpc>
              <a:buNone/>
            </a:pPr>
            <a:r>
              <a:rPr lang="da-DK" sz="3600" b="1" u="none" strike="noStrike" spc="300">
                <a:solidFill>
                  <a:schemeClr val="dk1"/>
                </a:solidFill>
                <a:effectLst/>
                <a:uFillTx/>
                <a:latin typeface="Consolas"/>
              </a:rPr>
              <a:t>for loop</a:t>
            </a:r>
            <a:endParaRPr lang="en-US" sz="3600" b="1" u="none" strike="noStrike" spc="300">
              <a:solidFill>
                <a:schemeClr val="dk1"/>
              </a:solidFill>
              <a:effectLst/>
              <a:uFillTx/>
              <a:latin typeface="Consolas"/>
            </a:endParaRPr>
          </a:p>
        </p:txBody>
      </p:sp>
      <p:sp>
        <p:nvSpPr>
          <p:cNvPr id="994" name="PlaceHolder 2"/>
          <p:cNvSpPr>
            <a:spLocks noGrp="1"/>
          </p:cNvSpPr>
          <p:nvPr>
            <p:ph hasCustomPrompt="1"/>
          </p:nvPr>
        </p:nvSpPr>
        <p:spPr>
          <a:xfrm>
            <a:off x="587520" y="2065320"/>
            <a:ext cx="5149440" cy="3704040"/>
          </a:xfrm>
          <a:prstGeom prst="rect">
            <a:avLst/>
          </a:prstGeom>
          <a:noFill/>
          <a:ln w="0">
            <a:noFill/>
          </a:ln>
        </p:spPr>
        <p:txBody>
          <a:bodyPr lIns="0" tIns="45720" rIns="0" bIns="45720" anchor="t">
            <a:noAutofit/>
          </a:bodyPr>
          <a:lstStyle/>
          <a:p>
            <a:pPr marL="285840" indent="-285840" algn="l" defTabSz="914400">
              <a:lnSpc>
                <a:spcPct val="120000"/>
              </a:lnSpc>
              <a:spcBef>
                <a:spcPts val="1001"/>
              </a:spcBef>
              <a:buSzPct val="100051"/>
              <a:buBlip>
                <a:blip r:embed="rId2"/>
              </a:buBlip>
            </a:pPr>
            <a:r>
              <a:rPr lang="da-DK" sz="1600" b="0" i="1" u="sng" strike="noStrike">
                <a:solidFill>
                  <a:schemeClr val="dk1"/>
                </a:solidFill>
                <a:effectLst/>
                <a:uFillTx/>
                <a:latin typeface="Consolas"/>
              </a:rPr>
              <a:t>Huskeseddel (mig): Skriv program i VS Code</a:t>
            </a:r>
            <a:endParaRPr lang="en-US" sz="1600" b="0" u="none" strike="noStrike">
              <a:solidFill>
                <a:schemeClr val="dk1"/>
              </a:solidFill>
              <a:effectLst/>
              <a:uFillTx/>
              <a:latin typeface="Consolas"/>
            </a:endParaRPr>
          </a:p>
          <a:p>
            <a:pPr marL="285840" indent="-285840" algn="l" defTabSz="914400">
              <a:lnSpc>
                <a:spcPct val="120000"/>
              </a:lnSpc>
              <a:spcBef>
                <a:spcPts val="1001"/>
              </a:spcBef>
              <a:buSzPct val="100051"/>
              <a:buBlip>
                <a:blip r:embed="rId2"/>
              </a:buBlip>
            </a:pPr>
            <a:r>
              <a:rPr lang="da-DK" sz="1600" b="0" i="1" u="sng" strike="noStrike">
                <a:solidFill>
                  <a:schemeClr val="dk1"/>
                </a:solidFill>
                <a:effectLst/>
                <a:uFillTx/>
                <a:latin typeface="Consolas"/>
              </a:rPr>
              <a:t>Huskeseddel (mig): debug loop!</a:t>
            </a:r>
            <a:endParaRPr lang="en-US" sz="1600" b="0" u="none" strike="noStrike">
              <a:solidFill>
                <a:schemeClr val="dk1"/>
              </a:solidFill>
              <a:effectLst/>
              <a:uFillTx/>
              <a:latin typeface="Consolas"/>
            </a:endParaRPr>
          </a:p>
          <a:p>
            <a:pPr indent="0" algn="l" defTabSz="914400">
              <a:lnSpc>
                <a:spcPct val="120000"/>
              </a:lnSpc>
              <a:spcBef>
                <a:spcPts val="1001"/>
              </a:spcBef>
              <a:buNone/>
            </a:pPr>
            <a:endParaRPr lang="en-US" sz="1600" b="0" u="none" strike="noStrike">
              <a:solidFill>
                <a:schemeClr val="dk1"/>
              </a:solidFill>
              <a:effectLst/>
              <a:uFillTx/>
              <a:latin typeface="Consolas"/>
            </a:endParaRPr>
          </a:p>
        </p:txBody>
      </p:sp>
      <p:sp>
        <p:nvSpPr>
          <p:cNvPr id="995" name="TextBox 5"/>
          <p:cNvSpPr/>
          <p:nvPr/>
        </p:nvSpPr>
        <p:spPr>
          <a:xfrm>
            <a:off x="5983920" y="1799280"/>
            <a:ext cx="3179880" cy="2862000"/>
          </a:xfrm>
          <a:prstGeom prst="rect">
            <a:avLst/>
          </a:prstGeom>
          <a:solidFill>
            <a:schemeClr val="bg1">
              <a:lumMod val="85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28600" indent="-228600" defTabSz="914400">
              <a:lnSpc>
                <a:spcPct val="100000"/>
              </a:lnSpc>
              <a:buClr>
                <a:srgbClr val="859900"/>
              </a:buClr>
              <a:buFont typeface="Consolas"/>
              <a:buAutoNum type="arabicPeriod"/>
            </a:pPr>
            <a:r>
              <a:rPr lang="nn-NO" sz="1200" b="0" u="none" strike="noStrike">
                <a:solidFill>
                  <a:srgbClr val="859900"/>
                </a:solidFill>
                <a:effectLst/>
                <a:uFillTx/>
                <a:latin typeface="Consolas"/>
              </a:rPr>
              <a:t>#include</a:t>
            </a:r>
            <a:r>
              <a:rPr lang="nn-NO" sz="1200" b="0" u="none" strike="noStrike">
                <a:solidFill>
                  <a:srgbClr val="B58900"/>
                </a:solidFill>
                <a:effectLst/>
                <a:uFillTx/>
                <a:latin typeface="Consolas"/>
              </a:rPr>
              <a:t> </a:t>
            </a:r>
            <a:r>
              <a:rPr lang="nn-NO" sz="1200" b="0" u="none" strike="noStrike">
                <a:solidFill>
                  <a:srgbClr val="2AA198"/>
                </a:solidFill>
                <a:effectLst/>
                <a:uFillTx/>
                <a:latin typeface="Consolas"/>
              </a:rPr>
              <a:t>&lt;stdio.h&gt;</a:t>
            </a:r>
            <a:endParaRPr lang="en-US" sz="1200" b="0" u="none" strike="noStrike">
              <a:solidFill>
                <a:srgbClr val="000000"/>
              </a:solidFill>
              <a:effectLst/>
              <a:uFillTx/>
              <a:latin typeface="Arial"/>
            </a:endParaRPr>
          </a:p>
          <a:p>
            <a:pPr marL="228600" indent="-228600" defTabSz="914400">
              <a:lnSpc>
                <a:spcPct val="100000"/>
              </a:lnSpc>
              <a:buClr>
                <a:srgbClr val="586E75"/>
              </a:buClr>
              <a:buFont typeface="Consolas"/>
              <a:buAutoNum type="arabicPeriod"/>
            </a:pPr>
            <a:r>
              <a:rPr lang="nn-NO" sz="1200" b="1" u="none" strike="noStrike">
                <a:solidFill>
                  <a:srgbClr val="586E75"/>
                </a:solidFill>
                <a:effectLst/>
                <a:uFillTx/>
                <a:latin typeface="Consolas"/>
              </a:rPr>
              <a:t>int</a:t>
            </a:r>
            <a:r>
              <a:rPr lang="nn-NO" sz="1200" b="0" u="none" strike="noStrike">
                <a:solidFill>
                  <a:srgbClr val="657B83"/>
                </a:solidFill>
                <a:effectLst/>
                <a:uFillTx/>
                <a:latin typeface="Consolas"/>
              </a:rPr>
              <a:t> </a:t>
            </a:r>
            <a:r>
              <a:rPr lang="nn-NO" sz="1200" b="0" u="none" strike="noStrike">
                <a:solidFill>
                  <a:srgbClr val="268BD2"/>
                </a:solidFill>
                <a:effectLst/>
                <a:uFillTx/>
                <a:latin typeface="Consolas"/>
              </a:rPr>
              <a:t>main</a:t>
            </a:r>
            <a:r>
              <a:rPr lang="nn-NO" sz="1200" b="0" u="none" strike="noStrike">
                <a:solidFill>
                  <a:srgbClr val="657B83"/>
                </a:solidFill>
                <a:effectLst/>
                <a:uFillTx/>
                <a:latin typeface="Consolas"/>
              </a:rPr>
              <a:t>()</a:t>
            </a:r>
            <a:endParaRPr lang="en-US" sz="1200" b="0" u="none" strike="noStrike">
              <a:solidFill>
                <a:srgbClr val="000000"/>
              </a:solidFill>
              <a:effectLst/>
              <a:uFillTx/>
              <a:latin typeface="Arial"/>
            </a:endParaRPr>
          </a:p>
          <a:p>
            <a:pPr marL="228600" indent="-228600" defTabSz="914400">
              <a:lnSpc>
                <a:spcPct val="100000"/>
              </a:lnSpc>
              <a:buClr>
                <a:srgbClr val="657B83"/>
              </a:buClr>
              <a:buFont typeface="Consolas"/>
              <a:buAutoNum type="arabicPeriod"/>
            </a:pPr>
            <a:r>
              <a:rPr lang="nn-NO" sz="1200" b="0" u="none" strike="noStrike">
                <a:solidFill>
                  <a:srgbClr val="657B83"/>
                </a:solidFill>
                <a:effectLst/>
                <a:uFillTx/>
                <a:latin typeface="Consolas"/>
              </a:rPr>
              <a:t>{</a:t>
            </a:r>
            <a:endParaRPr lang="en-US" sz="1200" b="0" u="none" strike="noStrike">
              <a:solidFill>
                <a:srgbClr val="000000"/>
              </a:solidFill>
              <a:effectLst/>
              <a:uFillTx/>
              <a:latin typeface="Arial"/>
            </a:endParaRPr>
          </a:p>
          <a:p>
            <a:pPr marL="228600" indent="-228600" defTabSz="914400">
              <a:lnSpc>
                <a:spcPct val="100000"/>
              </a:lnSpc>
              <a:buClr>
                <a:srgbClr val="657B83"/>
              </a:buClr>
              <a:buFont typeface="Consolas"/>
              <a:buAutoNum type="arabicPeriod"/>
            </a:pPr>
            <a:r>
              <a:rPr lang="nn-NO" sz="1200" b="0" u="none" strike="noStrike">
                <a:solidFill>
                  <a:srgbClr val="657B83"/>
                </a:solidFill>
                <a:effectLst/>
                <a:uFillTx/>
                <a:latin typeface="Consolas"/>
              </a:rPr>
              <a:t>    </a:t>
            </a:r>
            <a:r>
              <a:rPr lang="nn-NO" sz="1200" b="0" u="none" strike="noStrike">
                <a:solidFill>
                  <a:srgbClr val="859900"/>
                </a:solidFill>
                <a:effectLst/>
                <a:uFillTx/>
                <a:latin typeface="Consolas"/>
              </a:rPr>
              <a:t>for</a:t>
            </a:r>
            <a:r>
              <a:rPr lang="nn-NO" sz="1200" b="0" u="none" strike="noStrike">
                <a:solidFill>
                  <a:srgbClr val="657B83"/>
                </a:solidFill>
                <a:effectLst/>
                <a:uFillTx/>
                <a:latin typeface="Consolas"/>
              </a:rPr>
              <a:t> (</a:t>
            </a:r>
            <a:r>
              <a:rPr lang="nn-NO" sz="1200" b="1" u="none" strike="noStrike">
                <a:solidFill>
                  <a:srgbClr val="586E75"/>
                </a:solidFill>
                <a:effectLst/>
                <a:uFillTx/>
                <a:latin typeface="Consolas"/>
              </a:rPr>
              <a:t>int</a:t>
            </a:r>
            <a:r>
              <a:rPr lang="nn-NO" sz="1200" b="0" u="none" strike="noStrike">
                <a:solidFill>
                  <a:srgbClr val="657B83"/>
                </a:solidFill>
                <a:effectLst/>
                <a:uFillTx/>
                <a:latin typeface="Consolas"/>
              </a:rPr>
              <a:t> </a:t>
            </a:r>
            <a:r>
              <a:rPr lang="nn-NO" sz="1200" b="0" u="none" strike="noStrike">
                <a:solidFill>
                  <a:srgbClr val="268BD2"/>
                </a:solidFill>
                <a:effectLst/>
                <a:uFillTx/>
                <a:latin typeface="Consolas"/>
              </a:rPr>
              <a:t>i</a:t>
            </a:r>
            <a:r>
              <a:rPr lang="nn-NO" sz="1200" b="0" u="none" strike="noStrike">
                <a:solidFill>
                  <a:srgbClr val="657B83"/>
                </a:solidFill>
                <a:effectLst/>
                <a:uFillTx/>
                <a:latin typeface="Consolas"/>
              </a:rPr>
              <a:t> </a:t>
            </a:r>
            <a:r>
              <a:rPr lang="nn-NO" sz="1200" b="0" u="none" strike="noStrike">
                <a:solidFill>
                  <a:srgbClr val="859900"/>
                </a:solidFill>
                <a:effectLst/>
                <a:uFillTx/>
                <a:latin typeface="Consolas"/>
              </a:rPr>
              <a:t>=</a:t>
            </a:r>
            <a:r>
              <a:rPr lang="nn-NO" sz="1200" b="0" u="none" strike="noStrike">
                <a:solidFill>
                  <a:srgbClr val="657B83"/>
                </a:solidFill>
                <a:effectLst/>
                <a:uFillTx/>
                <a:latin typeface="Consolas"/>
              </a:rPr>
              <a:t> </a:t>
            </a:r>
            <a:r>
              <a:rPr lang="nn-NO" sz="1200" b="0" u="none" strike="noStrike">
                <a:solidFill>
                  <a:srgbClr val="D33682"/>
                </a:solidFill>
                <a:effectLst/>
                <a:uFillTx/>
                <a:latin typeface="Consolas"/>
              </a:rPr>
              <a:t>0</a:t>
            </a:r>
            <a:r>
              <a:rPr lang="nn-NO" sz="1200" b="0" u="none" strike="noStrike">
                <a:solidFill>
                  <a:srgbClr val="657B83"/>
                </a:solidFill>
                <a:effectLst/>
                <a:uFillTx/>
                <a:latin typeface="Consolas"/>
              </a:rPr>
              <a:t>; </a:t>
            </a:r>
            <a:r>
              <a:rPr lang="nn-NO" sz="1200" b="0" u="none" strike="noStrike">
                <a:solidFill>
                  <a:srgbClr val="268BD2"/>
                </a:solidFill>
                <a:effectLst/>
                <a:uFillTx/>
                <a:latin typeface="Consolas"/>
              </a:rPr>
              <a:t>i</a:t>
            </a:r>
            <a:r>
              <a:rPr lang="nn-NO" sz="1200" b="0" u="none" strike="noStrike">
                <a:solidFill>
                  <a:srgbClr val="657B83"/>
                </a:solidFill>
                <a:effectLst/>
                <a:uFillTx/>
                <a:latin typeface="Consolas"/>
              </a:rPr>
              <a:t> </a:t>
            </a:r>
            <a:r>
              <a:rPr lang="nn-NO" sz="1200" b="0" u="none" strike="noStrike">
                <a:solidFill>
                  <a:srgbClr val="859900"/>
                </a:solidFill>
                <a:effectLst/>
                <a:uFillTx/>
                <a:latin typeface="Consolas"/>
              </a:rPr>
              <a:t>&lt;</a:t>
            </a:r>
            <a:r>
              <a:rPr lang="nn-NO" sz="1200" b="0" u="none" strike="noStrike">
                <a:solidFill>
                  <a:srgbClr val="657B83"/>
                </a:solidFill>
                <a:effectLst/>
                <a:uFillTx/>
                <a:latin typeface="Consolas"/>
              </a:rPr>
              <a:t> </a:t>
            </a:r>
            <a:r>
              <a:rPr lang="nn-NO" sz="1200" b="0" u="none" strike="noStrike">
                <a:solidFill>
                  <a:srgbClr val="D33682"/>
                </a:solidFill>
                <a:effectLst/>
                <a:uFillTx/>
                <a:latin typeface="Consolas"/>
              </a:rPr>
              <a:t>5</a:t>
            </a:r>
            <a:r>
              <a:rPr lang="nn-NO" sz="1200" b="0" u="none" strike="noStrike">
                <a:solidFill>
                  <a:srgbClr val="657B83"/>
                </a:solidFill>
                <a:effectLst/>
                <a:uFillTx/>
                <a:latin typeface="Consolas"/>
              </a:rPr>
              <a:t>; </a:t>
            </a:r>
            <a:r>
              <a:rPr lang="nn-NO" sz="1200" b="0" u="none" strike="noStrike">
                <a:solidFill>
                  <a:srgbClr val="268BD2"/>
                </a:solidFill>
                <a:effectLst/>
                <a:uFillTx/>
                <a:latin typeface="Consolas"/>
              </a:rPr>
              <a:t>i</a:t>
            </a:r>
            <a:r>
              <a:rPr lang="nn-NO" sz="1200" b="0" u="none" strike="noStrike">
                <a:solidFill>
                  <a:srgbClr val="859900"/>
                </a:solidFill>
                <a:effectLst/>
                <a:uFillTx/>
                <a:latin typeface="Consolas"/>
              </a:rPr>
              <a:t>++</a:t>
            </a:r>
            <a:r>
              <a:rPr lang="nn-NO" sz="1200" b="0" u="none" strike="noStrike">
                <a:solidFill>
                  <a:srgbClr val="657B83"/>
                </a:solidFill>
                <a:effectLst/>
                <a:uFillTx/>
                <a:latin typeface="Consolas"/>
              </a:rPr>
              <a:t>)</a:t>
            </a:r>
            <a:endParaRPr lang="en-US" sz="1200" b="0" u="none" strike="noStrike">
              <a:solidFill>
                <a:srgbClr val="000000"/>
              </a:solidFill>
              <a:effectLst/>
              <a:uFillTx/>
              <a:latin typeface="Arial"/>
            </a:endParaRPr>
          </a:p>
          <a:p>
            <a:pPr marL="228600" indent="-228600" defTabSz="914400">
              <a:lnSpc>
                <a:spcPct val="100000"/>
              </a:lnSpc>
              <a:buClr>
                <a:srgbClr val="657B83"/>
              </a:buClr>
              <a:buFont typeface="Consolas"/>
              <a:buAutoNum type="arabicPeriod"/>
            </a:pPr>
            <a:r>
              <a:rPr lang="nn-NO" sz="1200" b="0" u="none" strike="noStrike">
                <a:solidFill>
                  <a:srgbClr val="657B83"/>
                </a:solidFill>
                <a:effectLst/>
                <a:uFillTx/>
                <a:latin typeface="Consolas"/>
              </a:rPr>
              <a:t>    {</a:t>
            </a:r>
            <a:endParaRPr lang="en-US" sz="1200" b="0" u="none" strike="noStrike">
              <a:solidFill>
                <a:srgbClr val="000000"/>
              </a:solidFill>
              <a:effectLst/>
              <a:uFillTx/>
              <a:latin typeface="Arial"/>
            </a:endParaRPr>
          </a:p>
          <a:p>
            <a:pPr marL="228600" indent="-228600" defTabSz="914400">
              <a:lnSpc>
                <a:spcPct val="100000"/>
              </a:lnSpc>
              <a:buClr>
                <a:srgbClr val="657B83"/>
              </a:buClr>
              <a:buFont typeface="Consolas"/>
              <a:buAutoNum type="arabicPeriod"/>
            </a:pPr>
            <a:r>
              <a:rPr lang="nn-NO" sz="1200" b="0" u="none" strike="noStrike">
                <a:solidFill>
                  <a:srgbClr val="657B83"/>
                </a:solidFill>
                <a:effectLst/>
                <a:uFillTx/>
                <a:latin typeface="Consolas"/>
              </a:rPr>
              <a:t>        </a:t>
            </a:r>
            <a:r>
              <a:rPr lang="nn-NO" sz="1200" b="0" u="none" strike="noStrike">
                <a:solidFill>
                  <a:srgbClr val="268BD2"/>
                </a:solidFill>
                <a:effectLst/>
                <a:uFillTx/>
                <a:latin typeface="Consolas"/>
              </a:rPr>
              <a:t>printf</a:t>
            </a:r>
            <a:r>
              <a:rPr lang="nn-NO" sz="1200" b="0" u="none" strike="noStrike">
                <a:solidFill>
                  <a:srgbClr val="657B83"/>
                </a:solidFill>
                <a:effectLst/>
                <a:uFillTx/>
                <a:latin typeface="Consolas"/>
              </a:rPr>
              <a:t>(</a:t>
            </a:r>
            <a:r>
              <a:rPr lang="nn-NO" sz="1200" b="0" u="none" strike="noStrike">
                <a:solidFill>
                  <a:srgbClr val="2AA198"/>
                </a:solidFill>
                <a:effectLst/>
                <a:uFillTx/>
                <a:latin typeface="Consolas"/>
              </a:rPr>
              <a:t>"</a:t>
            </a:r>
            <a:r>
              <a:rPr lang="nn-NO" sz="1200" b="0" u="none" strike="noStrike">
                <a:solidFill>
                  <a:srgbClr val="CB4B16"/>
                </a:solidFill>
                <a:effectLst/>
                <a:uFillTx/>
                <a:latin typeface="Consolas"/>
              </a:rPr>
              <a:t>%i\n</a:t>
            </a:r>
            <a:r>
              <a:rPr lang="nn-NO" sz="1200" b="0" u="none" strike="noStrike">
                <a:solidFill>
                  <a:srgbClr val="2AA198"/>
                </a:solidFill>
                <a:effectLst/>
                <a:uFillTx/>
                <a:latin typeface="Consolas"/>
              </a:rPr>
              <a:t>"</a:t>
            </a:r>
            <a:r>
              <a:rPr lang="nn-NO" sz="1200" b="0" u="none" strike="noStrike">
                <a:solidFill>
                  <a:srgbClr val="657B83"/>
                </a:solidFill>
                <a:effectLst/>
                <a:uFillTx/>
                <a:latin typeface="Consolas"/>
              </a:rPr>
              <a:t>, </a:t>
            </a:r>
            <a:r>
              <a:rPr lang="nn-NO" sz="1200" b="0" u="none" strike="noStrike">
                <a:solidFill>
                  <a:srgbClr val="268BD2"/>
                </a:solidFill>
                <a:effectLst/>
                <a:uFillTx/>
                <a:latin typeface="Consolas"/>
              </a:rPr>
              <a:t>i</a:t>
            </a:r>
            <a:r>
              <a:rPr lang="nn-NO" sz="1200" b="0" u="none" strike="noStrike">
                <a:solidFill>
                  <a:srgbClr val="657B83"/>
                </a:solidFill>
                <a:effectLst/>
                <a:uFillTx/>
                <a:latin typeface="Consolas"/>
              </a:rPr>
              <a:t>);</a:t>
            </a:r>
            <a:endParaRPr lang="en-US" sz="1200" b="0" u="none" strike="noStrike">
              <a:solidFill>
                <a:srgbClr val="000000"/>
              </a:solidFill>
              <a:effectLst/>
              <a:uFillTx/>
              <a:latin typeface="Arial"/>
            </a:endParaRPr>
          </a:p>
          <a:p>
            <a:pPr marL="228600" indent="-228600" defTabSz="914400">
              <a:lnSpc>
                <a:spcPct val="100000"/>
              </a:lnSpc>
              <a:buClr>
                <a:srgbClr val="657B83"/>
              </a:buClr>
              <a:buFont typeface="Consolas"/>
              <a:buAutoNum type="arabicPeriod"/>
            </a:pPr>
            <a:r>
              <a:rPr lang="nn-NO" sz="1200" b="0" u="none" strike="noStrike">
                <a:solidFill>
                  <a:srgbClr val="657B83"/>
                </a:solidFill>
                <a:effectLst/>
                <a:uFillTx/>
                <a:latin typeface="Consolas"/>
              </a:rPr>
              <a:t>    }</a:t>
            </a:r>
            <a:endParaRPr lang="en-US" sz="1200" b="0" u="none" strike="noStrike">
              <a:solidFill>
                <a:srgbClr val="000000"/>
              </a:solidFill>
              <a:effectLst/>
              <a:uFillTx/>
              <a:latin typeface="Arial"/>
            </a:endParaRPr>
          </a:p>
          <a:p>
            <a:pPr marL="228600" indent="-228600" defTabSz="914400">
              <a:lnSpc>
                <a:spcPct val="100000"/>
              </a:lnSpc>
              <a:buClr>
                <a:srgbClr val="657B83"/>
              </a:buClr>
              <a:buFont typeface="Consolas"/>
              <a:buAutoNum type="arabicPeriod"/>
            </a:pPr>
            <a:r>
              <a:rPr lang="nn-NO" sz="1200" b="0" u="none" strike="noStrike">
                <a:solidFill>
                  <a:srgbClr val="657B83"/>
                </a:solidFill>
                <a:effectLst/>
                <a:uFillTx/>
                <a:latin typeface="Consolas"/>
              </a:rPr>
              <a:t>}</a:t>
            </a:r>
            <a:endParaRPr lang="en-US" sz="1200" b="0" u="none" strike="noStrike">
              <a:solidFill>
                <a:srgbClr val="000000"/>
              </a:solidFill>
              <a:effectLst/>
              <a:uFillTx/>
              <a:latin typeface="Arial"/>
            </a:endParaRPr>
          </a:p>
          <a:p>
            <a:pPr defTabSz="914400">
              <a:lnSpc>
                <a:spcPct val="100000"/>
              </a:lnSpc>
            </a:pPr>
            <a:endParaRPr lang="en-US" sz="1200" b="0" u="none" strike="noStrike">
              <a:solidFill>
                <a:srgbClr val="000000"/>
              </a:solidFill>
              <a:effectLst/>
              <a:uFillTx/>
              <a:latin typeface="Arial"/>
            </a:endParaRPr>
          </a:p>
          <a:p>
            <a:pPr defTabSz="914400">
              <a:lnSpc>
                <a:spcPct val="100000"/>
              </a:lnSpc>
            </a:pPr>
            <a:r>
              <a:rPr lang="en-US" sz="1200" b="0" u="none" strike="noStrike">
                <a:solidFill>
                  <a:srgbClr val="657B83"/>
                </a:solidFill>
                <a:effectLst/>
                <a:uFillTx/>
                <a:latin typeface="Consolas"/>
              </a:rPr>
              <a:t>[Output]</a:t>
            </a:r>
            <a:endParaRPr lang="en-US" sz="1200" b="0" u="none" strike="noStrike">
              <a:solidFill>
                <a:srgbClr val="000000"/>
              </a:solidFill>
              <a:effectLst/>
              <a:uFillTx/>
              <a:latin typeface="Arial"/>
            </a:endParaRPr>
          </a:p>
          <a:p>
            <a:pPr defTabSz="914400">
              <a:lnSpc>
                <a:spcPct val="100000"/>
              </a:lnSpc>
            </a:pPr>
            <a:r>
              <a:rPr lang="en-US" sz="1200" b="0" u="none" strike="noStrike">
                <a:solidFill>
                  <a:srgbClr val="657B83"/>
                </a:solidFill>
                <a:effectLst/>
                <a:uFillTx/>
                <a:latin typeface="Consolas"/>
              </a:rPr>
              <a:t>0</a:t>
            </a:r>
            <a:endParaRPr lang="en-US" sz="1200" b="0" u="none" strike="noStrike">
              <a:solidFill>
                <a:srgbClr val="000000"/>
              </a:solidFill>
              <a:effectLst/>
              <a:uFillTx/>
              <a:latin typeface="Arial"/>
            </a:endParaRPr>
          </a:p>
          <a:p>
            <a:pPr defTabSz="914400">
              <a:lnSpc>
                <a:spcPct val="100000"/>
              </a:lnSpc>
            </a:pPr>
            <a:r>
              <a:rPr lang="en-US" sz="1200" b="0" u="none" strike="noStrike">
                <a:solidFill>
                  <a:srgbClr val="657B83"/>
                </a:solidFill>
                <a:effectLst/>
                <a:uFillTx/>
                <a:latin typeface="Consolas"/>
              </a:rPr>
              <a:t>1</a:t>
            </a:r>
            <a:endParaRPr lang="en-US" sz="1200" b="0" u="none" strike="noStrike">
              <a:solidFill>
                <a:srgbClr val="000000"/>
              </a:solidFill>
              <a:effectLst/>
              <a:uFillTx/>
              <a:latin typeface="Arial"/>
            </a:endParaRPr>
          </a:p>
          <a:p>
            <a:pPr defTabSz="914400">
              <a:lnSpc>
                <a:spcPct val="100000"/>
              </a:lnSpc>
            </a:pPr>
            <a:r>
              <a:rPr lang="en-US" sz="1200" b="0" u="none" strike="noStrike">
                <a:solidFill>
                  <a:srgbClr val="657B83"/>
                </a:solidFill>
                <a:effectLst/>
                <a:uFillTx/>
                <a:latin typeface="Consolas"/>
              </a:rPr>
              <a:t>2</a:t>
            </a:r>
            <a:endParaRPr lang="en-US" sz="1200" b="0" u="none" strike="noStrike">
              <a:solidFill>
                <a:srgbClr val="000000"/>
              </a:solidFill>
              <a:effectLst/>
              <a:uFillTx/>
              <a:latin typeface="Arial"/>
            </a:endParaRPr>
          </a:p>
          <a:p>
            <a:pPr defTabSz="914400">
              <a:lnSpc>
                <a:spcPct val="100000"/>
              </a:lnSpc>
            </a:pPr>
            <a:r>
              <a:rPr lang="en-US" sz="1200" b="0" u="none" strike="noStrike">
                <a:solidFill>
                  <a:srgbClr val="657B83"/>
                </a:solidFill>
                <a:effectLst/>
                <a:uFillTx/>
                <a:latin typeface="Consolas"/>
              </a:rPr>
              <a:t>3</a:t>
            </a:r>
            <a:endParaRPr lang="en-US" sz="1200" b="0" u="none" strike="noStrike">
              <a:solidFill>
                <a:srgbClr val="000000"/>
              </a:solidFill>
              <a:effectLst/>
              <a:uFillTx/>
              <a:latin typeface="Arial"/>
            </a:endParaRPr>
          </a:p>
          <a:p>
            <a:pPr defTabSz="914400">
              <a:lnSpc>
                <a:spcPct val="100000"/>
              </a:lnSpc>
            </a:pPr>
            <a:r>
              <a:rPr lang="en-US" sz="1200" b="0" u="none" strike="noStrike">
                <a:solidFill>
                  <a:srgbClr val="657B83"/>
                </a:solidFill>
                <a:effectLst/>
                <a:uFillTx/>
                <a:latin typeface="Consolas"/>
              </a:rPr>
              <a:t>4</a:t>
            </a:r>
            <a:endParaRPr lang="en-US" sz="1200" b="0" u="none" strike="noStrike">
              <a:solidFill>
                <a:srgbClr val="000000"/>
              </a:solidFill>
              <a:effectLst/>
              <a:uFillTx/>
              <a:latin typeface="Arial"/>
            </a:endParaRPr>
          </a:p>
        </p:txBody>
      </p:sp>
      <p:sp>
        <p:nvSpPr>
          <p:cNvPr id="4" name="PlaceHolder 3"/>
          <p:cNvSpPr>
            <a:spLocks noGrp="1"/>
          </p:cNvSpPr>
          <p:nvPr>
            <p:ph type="sldNum" idx="5"/>
          </p:nvPr>
        </p:nvSpPr>
        <p:spPr/>
        <p:txBody>
          <a:bodyPr/>
          <a:lstStyle/>
          <a:p>
            <a:fld id="{C7468D7B-6FD3-436D-9357-F6CBC1380CDB}" type="slidenum">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6" name="Billede 6"/>
          <p:cNvPicPr/>
          <p:nvPr/>
        </p:nvPicPr>
        <p:blipFill>
          <a:blip r:embed="rId2"/>
          <a:stretch/>
        </p:blipFill>
        <p:spPr>
          <a:xfrm>
            <a:off x="0" y="2333880"/>
            <a:ext cx="4019040" cy="3428640"/>
          </a:xfrm>
          <a:prstGeom prst="rect">
            <a:avLst/>
          </a:prstGeom>
          <a:noFill/>
          <a:ln w="0">
            <a:noFill/>
          </a:ln>
        </p:spPr>
      </p:pic>
      <p:sp>
        <p:nvSpPr>
          <p:cNvPr id="997" name="PlaceHolder 1"/>
          <p:cNvSpPr>
            <a:spLocks noGrp="1"/>
          </p:cNvSpPr>
          <p:nvPr>
            <p:ph type="title" hasCustomPrompt="1"/>
          </p:nvPr>
        </p:nvSpPr>
        <p:spPr>
          <a:xfrm>
            <a:off x="587520" y="359280"/>
            <a:ext cx="4489920" cy="1621080"/>
          </a:xfrm>
          <a:prstGeom prst="rect">
            <a:avLst/>
          </a:prstGeom>
          <a:noFill/>
          <a:ln w="0">
            <a:noFill/>
          </a:ln>
        </p:spPr>
        <p:txBody>
          <a:bodyPr lIns="0" tIns="191880" rIns="0" bIns="0" anchor="t">
            <a:noAutofit/>
          </a:bodyPr>
          <a:lstStyle/>
          <a:p>
            <a:pPr indent="0" algn="l" defTabSz="914400">
              <a:lnSpc>
                <a:spcPct val="100000"/>
              </a:lnSpc>
              <a:buNone/>
            </a:pPr>
            <a:r>
              <a:rPr lang="da-DK" sz="3600" b="1" u="none" strike="noStrike" spc="300">
                <a:solidFill>
                  <a:schemeClr val="dk1"/>
                </a:solidFill>
                <a:effectLst/>
                <a:uFillTx/>
                <a:latin typeface="Consolas"/>
              </a:rPr>
              <a:t>for loop</a:t>
            </a:r>
            <a:endParaRPr lang="en-US" sz="3600" b="1" u="none" strike="noStrike" spc="300">
              <a:solidFill>
                <a:schemeClr val="dk1"/>
              </a:solidFill>
              <a:effectLst/>
              <a:uFillTx/>
              <a:latin typeface="Consolas"/>
            </a:endParaRPr>
          </a:p>
        </p:txBody>
      </p:sp>
      <p:sp>
        <p:nvSpPr>
          <p:cNvPr id="998" name="PlaceHolder 2"/>
          <p:cNvSpPr>
            <a:spLocks noGrp="1"/>
          </p:cNvSpPr>
          <p:nvPr>
            <p:ph hasCustomPrompt="1"/>
          </p:nvPr>
        </p:nvSpPr>
        <p:spPr>
          <a:xfrm>
            <a:off x="5632200" y="246960"/>
            <a:ext cx="5861520" cy="3707640"/>
          </a:xfrm>
          <a:prstGeom prst="rect">
            <a:avLst/>
          </a:prstGeom>
          <a:noFill/>
          <a:ln w="0">
            <a:noFill/>
          </a:ln>
        </p:spPr>
        <p:txBody>
          <a:bodyPr lIns="0" tIns="45720" rIns="0" bIns="45720" anchor="t">
            <a:normAutofit fontScale="85000" lnSpcReduction="9999"/>
          </a:bodyPr>
          <a:lstStyle/>
          <a:p>
            <a:pPr indent="0" algn="l" defTabSz="914400">
              <a:lnSpc>
                <a:spcPct val="100000"/>
              </a:lnSpc>
              <a:spcBef>
                <a:spcPts val="601"/>
              </a:spcBef>
              <a:buNone/>
              <a:tabLst>
                <a:tab pos="0" algn="l"/>
              </a:tabLst>
            </a:pPr>
            <a:r>
              <a:rPr lang="en-US" sz="1600" b="0" u="none" strike="noStrike">
                <a:solidFill>
                  <a:schemeClr val="dk1"/>
                </a:solidFill>
                <a:effectLst/>
                <a:uFillTx/>
                <a:latin typeface="Consolas"/>
              </a:rPr>
              <a:t>A loop is a repetition construct structure to efficiently execute a </a:t>
            </a:r>
            <a:r>
              <a:rPr lang="en-US" sz="1600" b="0" i="1" u="none" strike="noStrike">
                <a:solidFill>
                  <a:schemeClr val="dk1"/>
                </a:solidFill>
                <a:effectLst/>
                <a:uFillTx/>
                <a:latin typeface="Consolas"/>
              </a:rPr>
              <a:t>code block </a:t>
            </a:r>
            <a:r>
              <a:rPr lang="en-US" sz="1600" b="0" u="none" strike="noStrike">
                <a:solidFill>
                  <a:schemeClr val="dk1"/>
                </a:solidFill>
                <a:effectLst/>
                <a:uFillTx/>
                <a:latin typeface="Consolas"/>
              </a:rPr>
              <a:t>a specific number of times</a:t>
            </a:r>
          </a:p>
          <a:p>
            <a:pPr marL="285840" indent="-285840" algn="l" defTabSz="914400">
              <a:lnSpc>
                <a:spcPct val="100000"/>
              </a:lnSpc>
              <a:spcBef>
                <a:spcPts val="601"/>
              </a:spcBef>
              <a:buSzPct val="100051"/>
              <a:buBlip>
                <a:blip r:embed="rId3"/>
              </a:buBlip>
              <a:tabLst>
                <a:tab pos="0" algn="l"/>
              </a:tabLst>
            </a:pPr>
            <a:r>
              <a:rPr lang="en-US" sz="1600" b="1" i="1" u="none" strike="noStrike">
                <a:solidFill>
                  <a:schemeClr val="dk1"/>
                </a:solidFill>
                <a:effectLst/>
                <a:uFillTx/>
                <a:latin typeface="Consolas"/>
              </a:rPr>
              <a:t>(0.) init: </a:t>
            </a:r>
            <a:r>
              <a:rPr lang="en-US" sz="1600" b="0" u="none" strike="noStrike">
                <a:solidFill>
                  <a:schemeClr val="dk1"/>
                </a:solidFill>
                <a:effectLst/>
                <a:uFillTx/>
                <a:latin typeface="Consolas"/>
              </a:rPr>
              <a:t>is executed first and </a:t>
            </a:r>
            <a:r>
              <a:rPr lang="en-US" sz="1600" b="0" u="sng" strike="noStrike">
                <a:solidFill>
                  <a:schemeClr val="dk1"/>
                </a:solidFill>
                <a:effectLst/>
                <a:uFillTx/>
                <a:latin typeface="Consolas"/>
              </a:rPr>
              <a:t>only</a:t>
            </a:r>
            <a:r>
              <a:rPr lang="en-US" sz="1600" b="0" u="none" strike="noStrike">
                <a:solidFill>
                  <a:schemeClr val="dk1"/>
                </a:solidFill>
                <a:effectLst/>
                <a:uFillTx/>
                <a:latin typeface="Consolas"/>
              </a:rPr>
              <a:t> once</a:t>
            </a:r>
          </a:p>
          <a:p>
            <a:pPr marL="623880" lvl="1" indent="-285840" algn="l" defTabSz="914400">
              <a:lnSpc>
                <a:spcPct val="120000"/>
              </a:lnSpc>
              <a:spcBef>
                <a:spcPts val="499"/>
              </a:spcBef>
              <a:buSzPct val="100058"/>
              <a:buBlip>
                <a:blip r:embed="rId3"/>
              </a:buBlip>
              <a:tabLst>
                <a:tab pos="0" algn="l"/>
              </a:tabLst>
            </a:pPr>
            <a:r>
              <a:rPr lang="en-US" sz="1400" b="0" u="none" strike="noStrike">
                <a:solidFill>
                  <a:schemeClr val="dk1"/>
                </a:solidFill>
                <a:effectLst/>
                <a:uFillTx/>
                <a:latin typeface="Consolas"/>
              </a:rPr>
              <a:t>Then, jump to </a:t>
            </a:r>
            <a:r>
              <a:rPr lang="en-US" sz="1400" b="0" i="1" u="sng" strike="noStrike">
                <a:solidFill>
                  <a:schemeClr val="dk1">
                    <a:lumMod val="60000"/>
                    <a:lumOff val="40000"/>
                  </a:schemeClr>
                </a:solidFill>
                <a:effectLst/>
                <a:uFillTx/>
                <a:latin typeface="Consolas"/>
              </a:rPr>
              <a:t>condition (1)</a:t>
            </a:r>
            <a:endParaRPr lang="en-US" sz="1400" b="0" u="none" strike="noStrike">
              <a:solidFill>
                <a:schemeClr val="dk1"/>
              </a:solidFill>
              <a:effectLst/>
              <a:uFillTx/>
              <a:latin typeface="Consolas"/>
            </a:endParaRPr>
          </a:p>
          <a:p>
            <a:pPr marL="285840" indent="-285840" algn="l" defTabSz="914400">
              <a:lnSpc>
                <a:spcPct val="100000"/>
              </a:lnSpc>
              <a:spcBef>
                <a:spcPts val="601"/>
              </a:spcBef>
              <a:buSzPct val="100051"/>
              <a:buBlip>
                <a:blip r:embed="rId3"/>
              </a:buBlip>
              <a:tabLst>
                <a:tab pos="0" algn="l"/>
              </a:tabLst>
            </a:pPr>
            <a:r>
              <a:rPr lang="en-US" sz="1600" b="1" i="1" u="none" strike="noStrike">
                <a:solidFill>
                  <a:schemeClr val="dk1"/>
                </a:solidFill>
                <a:effectLst/>
                <a:uFillTx/>
                <a:latin typeface="Consolas"/>
              </a:rPr>
              <a:t>(1.) condition</a:t>
            </a:r>
            <a:r>
              <a:rPr lang="en-US" sz="1600" b="0" i="1" u="none" strike="noStrike">
                <a:solidFill>
                  <a:schemeClr val="dk1"/>
                </a:solidFill>
                <a:effectLst/>
                <a:uFillTx/>
                <a:latin typeface="Consolas"/>
              </a:rPr>
              <a:t>: T</a:t>
            </a:r>
            <a:r>
              <a:rPr lang="en-US" sz="1600" b="0" u="none" strike="noStrike">
                <a:solidFill>
                  <a:schemeClr val="dk1"/>
                </a:solidFill>
                <a:effectLst/>
                <a:uFillTx/>
                <a:latin typeface="Consolas"/>
              </a:rPr>
              <a:t>he condition step is evaluated. </a:t>
            </a:r>
          </a:p>
          <a:p>
            <a:pPr marL="623880" lvl="1" indent="-285840" algn="l" defTabSz="914400">
              <a:lnSpc>
                <a:spcPct val="120000"/>
              </a:lnSpc>
              <a:spcBef>
                <a:spcPts val="499"/>
              </a:spcBef>
              <a:buSzPct val="100058"/>
              <a:buBlip>
                <a:blip r:embed="rId3"/>
              </a:buBlip>
              <a:tabLst>
                <a:tab pos="0" algn="l"/>
              </a:tabLst>
            </a:pPr>
            <a:r>
              <a:rPr lang="en-US" sz="1400" b="0" u="none" strike="noStrike">
                <a:solidFill>
                  <a:schemeClr val="dk1"/>
                </a:solidFill>
                <a:effectLst/>
                <a:uFillTx/>
                <a:latin typeface="Consolas"/>
              </a:rPr>
              <a:t>If true, jump to the </a:t>
            </a:r>
            <a:r>
              <a:rPr lang="en-US" sz="1400" b="0" i="1" u="sng" strike="noStrike">
                <a:solidFill>
                  <a:schemeClr val="dk1">
                    <a:lumMod val="60000"/>
                    <a:lumOff val="40000"/>
                  </a:schemeClr>
                </a:solidFill>
                <a:effectLst/>
                <a:uFillTx/>
                <a:latin typeface="Consolas"/>
              </a:rPr>
              <a:t>statements (2)</a:t>
            </a:r>
            <a:endParaRPr lang="en-US" sz="1400" b="0" u="none" strike="noStrike">
              <a:solidFill>
                <a:schemeClr val="dk1"/>
              </a:solidFill>
              <a:effectLst/>
              <a:uFillTx/>
              <a:latin typeface="Consolas"/>
            </a:endParaRPr>
          </a:p>
          <a:p>
            <a:pPr marL="623880" lvl="1" indent="-285840" algn="l" defTabSz="914400">
              <a:lnSpc>
                <a:spcPct val="120000"/>
              </a:lnSpc>
              <a:spcBef>
                <a:spcPts val="499"/>
              </a:spcBef>
              <a:buSzPct val="100058"/>
              <a:buBlip>
                <a:blip r:embed="rId3"/>
              </a:buBlip>
              <a:tabLst>
                <a:tab pos="0" algn="l"/>
              </a:tabLst>
            </a:pPr>
            <a:r>
              <a:rPr lang="en-US" sz="1400" b="0" u="none" strike="noStrike">
                <a:solidFill>
                  <a:schemeClr val="dk1"/>
                </a:solidFill>
                <a:effectLst/>
                <a:uFillTx/>
                <a:latin typeface="Consolas"/>
              </a:rPr>
              <a:t>otherwise, exit loop</a:t>
            </a:r>
          </a:p>
          <a:p>
            <a:pPr marL="285840" indent="-285840" algn="l" defTabSz="914400">
              <a:lnSpc>
                <a:spcPct val="100000"/>
              </a:lnSpc>
              <a:spcBef>
                <a:spcPts val="601"/>
              </a:spcBef>
              <a:buSzPct val="100051"/>
              <a:buBlip>
                <a:blip r:embed="rId3"/>
              </a:buBlip>
              <a:tabLst>
                <a:tab pos="0" algn="l"/>
              </a:tabLst>
            </a:pPr>
            <a:r>
              <a:rPr lang="en-US" sz="1600" b="1" u="none" strike="noStrike">
                <a:solidFill>
                  <a:schemeClr val="dk1"/>
                </a:solidFill>
                <a:effectLst/>
                <a:uFillTx/>
                <a:latin typeface="Consolas"/>
              </a:rPr>
              <a:t>(2.) statements {...}</a:t>
            </a:r>
            <a:r>
              <a:rPr lang="en-US" sz="1600" b="0" u="none" strike="noStrike">
                <a:solidFill>
                  <a:schemeClr val="dk1"/>
                </a:solidFill>
                <a:effectLst/>
                <a:uFillTx/>
                <a:latin typeface="Consolas"/>
              </a:rPr>
              <a:t>: Code body in the for loop is executed. </a:t>
            </a:r>
          </a:p>
          <a:p>
            <a:pPr marL="623880" lvl="1" indent="-285840" algn="l" defTabSz="914400">
              <a:lnSpc>
                <a:spcPct val="120000"/>
              </a:lnSpc>
              <a:spcBef>
                <a:spcPts val="499"/>
              </a:spcBef>
              <a:buSzPct val="100058"/>
              <a:buBlip>
                <a:blip r:embed="rId3"/>
              </a:buBlip>
              <a:tabLst>
                <a:tab pos="0" algn="l"/>
              </a:tabLst>
            </a:pPr>
            <a:r>
              <a:rPr lang="en-US" sz="1400" b="0" u="none" strike="noStrike">
                <a:solidFill>
                  <a:schemeClr val="dk1"/>
                </a:solidFill>
                <a:effectLst/>
                <a:uFillTx/>
                <a:latin typeface="Consolas"/>
              </a:rPr>
              <a:t>Then, jump to the </a:t>
            </a:r>
            <a:r>
              <a:rPr lang="en-US" sz="1400" b="0" i="1" u="sng" strike="noStrike">
                <a:solidFill>
                  <a:schemeClr val="dk1">
                    <a:lumMod val="60000"/>
                    <a:lumOff val="40000"/>
                  </a:schemeClr>
                </a:solidFill>
                <a:effectLst/>
                <a:uFillTx/>
                <a:latin typeface="Consolas"/>
              </a:rPr>
              <a:t>increment (3)</a:t>
            </a:r>
            <a:r>
              <a:rPr lang="en-US" sz="1400" b="0" u="none" strike="noStrike">
                <a:solidFill>
                  <a:schemeClr val="dk1"/>
                </a:solidFill>
                <a:effectLst/>
                <a:uFillTx/>
                <a:latin typeface="Consolas"/>
              </a:rPr>
              <a:t> (there can also be a decrement!).</a:t>
            </a:r>
          </a:p>
          <a:p>
            <a:pPr marL="285840" indent="-285840" algn="l" defTabSz="914400">
              <a:lnSpc>
                <a:spcPct val="100000"/>
              </a:lnSpc>
              <a:spcBef>
                <a:spcPts val="601"/>
              </a:spcBef>
              <a:buSzPct val="100051"/>
              <a:buBlip>
                <a:blip r:embed="rId3"/>
              </a:buBlip>
              <a:tabLst>
                <a:tab pos="0" algn="l"/>
              </a:tabLst>
            </a:pPr>
            <a:r>
              <a:rPr lang="en-US" sz="1600" b="1" i="1" u="none" strike="noStrike">
                <a:solidFill>
                  <a:schemeClr val="dk1"/>
                </a:solidFill>
                <a:effectLst/>
                <a:uFillTx/>
                <a:latin typeface="Consolas"/>
              </a:rPr>
              <a:t>(3.) increment</a:t>
            </a:r>
            <a:r>
              <a:rPr lang="en-US" sz="1600" b="0" i="1" u="none" strike="noStrike">
                <a:solidFill>
                  <a:schemeClr val="dk1"/>
                </a:solidFill>
                <a:effectLst/>
                <a:uFillTx/>
                <a:latin typeface="Consolas"/>
              </a:rPr>
              <a:t>: </a:t>
            </a:r>
            <a:r>
              <a:rPr lang="en-US" sz="1600" b="0" u="none" strike="noStrike">
                <a:solidFill>
                  <a:schemeClr val="dk1"/>
                </a:solidFill>
                <a:effectLst/>
                <a:uFillTx/>
                <a:latin typeface="Consolas"/>
              </a:rPr>
              <a:t>Updates the conditional argument. </a:t>
            </a:r>
          </a:p>
          <a:p>
            <a:pPr marL="623880" lvl="1" indent="-285840" algn="l" defTabSz="914400">
              <a:lnSpc>
                <a:spcPct val="120000"/>
              </a:lnSpc>
              <a:spcBef>
                <a:spcPts val="499"/>
              </a:spcBef>
              <a:buSzPct val="100058"/>
              <a:buBlip>
                <a:blip r:embed="rId3"/>
              </a:buBlip>
              <a:tabLst>
                <a:tab pos="0" algn="l"/>
              </a:tabLst>
            </a:pPr>
            <a:r>
              <a:rPr lang="en-US" sz="1400" b="0" u="none" strike="noStrike">
                <a:solidFill>
                  <a:schemeClr val="dk1"/>
                </a:solidFill>
                <a:effectLst/>
                <a:uFillTx/>
                <a:latin typeface="Consolas"/>
              </a:rPr>
              <a:t>Then, jumps to </a:t>
            </a:r>
            <a:r>
              <a:rPr lang="en-US" sz="1400" b="0" i="1" u="sng" strike="noStrike">
                <a:solidFill>
                  <a:schemeClr val="dk1">
                    <a:lumMod val="60000"/>
                    <a:lumOff val="40000"/>
                  </a:schemeClr>
                </a:solidFill>
                <a:effectLst/>
                <a:uFillTx/>
                <a:latin typeface="Consolas"/>
              </a:rPr>
              <a:t>condition (1)</a:t>
            </a:r>
            <a:endParaRPr lang="en-US" sz="1400" b="0" u="none" strike="noStrike">
              <a:solidFill>
                <a:schemeClr val="dk1"/>
              </a:solidFill>
              <a:effectLst/>
              <a:uFillTx/>
              <a:latin typeface="Consolas"/>
            </a:endParaRPr>
          </a:p>
          <a:p>
            <a:pPr marL="806400" lvl="2" indent="-171360" algn="l" defTabSz="914400">
              <a:lnSpc>
                <a:spcPct val="120000"/>
              </a:lnSpc>
              <a:spcBef>
                <a:spcPts val="499"/>
              </a:spcBef>
              <a:buSzPct val="100000"/>
              <a:buBlip>
                <a:blip r:embed="rId4"/>
              </a:buBlip>
              <a:tabLst>
                <a:tab pos="898560" algn="l"/>
              </a:tabLst>
            </a:pPr>
            <a:r>
              <a:rPr lang="en-US" sz="1200" b="0" i="1" u="sng" strike="noStrike">
                <a:solidFill>
                  <a:schemeClr val="lt1">
                    <a:lumMod val="50000"/>
                  </a:schemeClr>
                </a:solidFill>
                <a:effectLst/>
                <a:uFillTx/>
                <a:latin typeface="Consolas"/>
              </a:rPr>
              <a:t>(Advanceret note, gennemgår jeg ikke) man behøver ikke have i steps 0-3</a:t>
            </a:r>
            <a:endParaRPr lang="en-US" sz="1200" b="0" u="none" strike="noStrike">
              <a:solidFill>
                <a:schemeClr val="dk1"/>
              </a:solidFill>
              <a:effectLst/>
              <a:uFillTx/>
              <a:latin typeface="Consolas"/>
            </a:endParaRPr>
          </a:p>
          <a:p>
            <a:pPr marL="1071720" lvl="3" indent="-171360" algn="l" defTabSz="914400">
              <a:lnSpc>
                <a:spcPct val="120000"/>
              </a:lnSpc>
              <a:spcBef>
                <a:spcPts val="499"/>
              </a:spcBef>
              <a:buSzPct val="100000"/>
              <a:buBlip>
                <a:blip r:embed="rId4"/>
              </a:buBlip>
              <a:tabLst>
                <a:tab pos="898560" algn="l"/>
              </a:tabLst>
            </a:pPr>
            <a:r>
              <a:rPr lang="en-US" sz="1000" b="0" i="1" u="sng" strike="noStrike">
                <a:solidFill>
                  <a:schemeClr val="lt1">
                    <a:lumMod val="50000"/>
                  </a:schemeClr>
                </a:solidFill>
                <a:effectLst/>
                <a:uFillTx/>
                <a:latin typeface="Consolas"/>
              </a:rPr>
              <a:t>i.e. for (  ;  ;  ) er det samme som while(...){}</a:t>
            </a:r>
            <a:endParaRPr lang="en-US" sz="1000" b="0" u="none" strike="noStrike">
              <a:solidFill>
                <a:schemeClr val="dk1">
                  <a:alpha val="70000"/>
                </a:schemeClr>
              </a:solidFill>
              <a:effectLst/>
              <a:uFillTx/>
              <a:latin typeface="Consolas"/>
            </a:endParaRPr>
          </a:p>
        </p:txBody>
      </p:sp>
      <p:pic>
        <p:nvPicPr>
          <p:cNvPr id="999" name="Billede 8"/>
          <p:cNvPicPr/>
          <p:nvPr/>
        </p:nvPicPr>
        <p:blipFill>
          <a:blip r:embed="rId5"/>
          <a:stretch/>
        </p:blipFill>
        <p:spPr>
          <a:xfrm>
            <a:off x="4096440" y="3173040"/>
            <a:ext cx="1704600" cy="2761920"/>
          </a:xfrm>
          <a:prstGeom prst="rect">
            <a:avLst/>
          </a:prstGeom>
          <a:noFill/>
          <a:ln w="0">
            <a:noFill/>
          </a:ln>
        </p:spPr>
      </p:pic>
      <p:pic>
        <p:nvPicPr>
          <p:cNvPr id="1000" name="Billede 10"/>
          <p:cNvPicPr/>
          <p:nvPr/>
        </p:nvPicPr>
        <p:blipFill>
          <a:blip r:embed="rId6"/>
          <a:stretch/>
        </p:blipFill>
        <p:spPr>
          <a:xfrm>
            <a:off x="1477800" y="1218600"/>
            <a:ext cx="4000320" cy="1037880"/>
          </a:xfrm>
          <a:prstGeom prst="rect">
            <a:avLst/>
          </a:prstGeom>
          <a:noFill/>
          <a:ln w="0">
            <a:noFill/>
          </a:ln>
        </p:spPr>
      </p:pic>
      <p:pic>
        <p:nvPicPr>
          <p:cNvPr id="1001" name="Billede 15" descr="Et billede, der indeholder tekst&#10;&#10;Automatisk genereret beskrivelse"/>
          <p:cNvPicPr/>
          <p:nvPr/>
        </p:nvPicPr>
        <p:blipFill>
          <a:blip r:embed="rId7"/>
          <a:stretch/>
        </p:blipFill>
        <p:spPr>
          <a:xfrm>
            <a:off x="8686080" y="4048560"/>
            <a:ext cx="3257280" cy="2733480"/>
          </a:xfrm>
          <a:prstGeom prst="rect">
            <a:avLst/>
          </a:prstGeom>
          <a:noFill/>
          <a:ln w="0">
            <a:noFill/>
          </a:ln>
        </p:spPr>
      </p:pic>
      <p:sp>
        <p:nvSpPr>
          <p:cNvPr id="1002" name="TextBox 14"/>
          <p:cNvSpPr/>
          <p:nvPr/>
        </p:nvSpPr>
        <p:spPr>
          <a:xfrm>
            <a:off x="1477800" y="1095120"/>
            <a:ext cx="407700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u="none" strike="noStrike">
                <a:solidFill>
                  <a:srgbClr val="FF0000"/>
                </a:solidFill>
                <a:effectLst/>
                <a:uFillTx/>
                <a:latin typeface="Consolas"/>
              </a:rPr>
              <a:t>            0           1              2</a:t>
            </a:r>
            <a:endParaRPr lang="en-US" sz="1800" b="0" u="none" strike="noStrike">
              <a:solidFill>
                <a:srgbClr val="000000"/>
              </a:solidFill>
              <a:effectLst/>
              <a:uFillTx/>
              <a:latin typeface="Arial"/>
            </a:endParaRPr>
          </a:p>
        </p:txBody>
      </p:sp>
      <p:sp>
        <p:nvSpPr>
          <p:cNvPr id="1003" name="TextBox 16"/>
          <p:cNvSpPr/>
          <p:nvPr/>
        </p:nvSpPr>
        <p:spPr>
          <a:xfrm>
            <a:off x="1477800" y="1587960"/>
            <a:ext cx="35748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u="none" strike="noStrike">
                <a:solidFill>
                  <a:srgbClr val="FF0000"/>
                </a:solidFill>
                <a:effectLst/>
                <a:uFillTx/>
                <a:latin typeface="Consolas"/>
              </a:rPr>
              <a:t>3</a:t>
            </a:r>
            <a:endParaRPr lang="en-US" sz="180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1004" name="PlaceHolder 1"/>
          <p:cNvSpPr>
            <a:spLocks noGrp="1"/>
          </p:cNvSpPr>
          <p:nvPr>
            <p:ph type="title" hasCustomPrompt="1"/>
          </p:nvPr>
        </p:nvSpPr>
        <p:spPr>
          <a:xfrm>
            <a:off x="587520" y="359280"/>
            <a:ext cx="8193960" cy="1621080"/>
          </a:xfrm>
          <a:prstGeom prst="rect">
            <a:avLst/>
          </a:prstGeom>
          <a:noFill/>
          <a:ln w="0">
            <a:noFill/>
          </a:ln>
        </p:spPr>
        <p:txBody>
          <a:bodyPr lIns="0" tIns="191880" rIns="0" bIns="0" anchor="t">
            <a:noAutofit/>
          </a:bodyPr>
          <a:lstStyle/>
          <a:p>
            <a:pPr indent="0" algn="l" defTabSz="914400">
              <a:lnSpc>
                <a:spcPct val="100000"/>
              </a:lnSpc>
              <a:buNone/>
            </a:pPr>
            <a:r>
              <a:rPr lang="en-US" sz="3600" b="1" u="none" strike="noStrike" spc="300">
                <a:solidFill>
                  <a:schemeClr val="dk1"/>
                </a:solidFill>
                <a:effectLst/>
                <a:uFillTx/>
                <a:latin typeface="Consolas"/>
              </a:rPr>
              <a:t>Opgave: Hello For Loop</a:t>
            </a:r>
          </a:p>
        </p:txBody>
      </p:sp>
      <p:sp>
        <p:nvSpPr>
          <p:cNvPr id="1005" name="PlaceHolder 2"/>
          <p:cNvSpPr>
            <a:spLocks noGrp="1"/>
          </p:cNvSpPr>
          <p:nvPr>
            <p:ph hasCustomPrompt="1"/>
          </p:nvPr>
        </p:nvSpPr>
        <p:spPr>
          <a:xfrm>
            <a:off x="654120" y="1447920"/>
            <a:ext cx="9833760" cy="3751920"/>
          </a:xfrm>
          <a:prstGeom prst="rect">
            <a:avLst/>
          </a:prstGeom>
          <a:noFill/>
          <a:ln w="0">
            <a:noFill/>
          </a:ln>
        </p:spPr>
        <p:txBody>
          <a:bodyPr lIns="0" tIns="45720" rIns="0" bIns="45720" anchor="t">
            <a:normAutofit lnSpcReduction="10000"/>
          </a:bodyPr>
          <a:lstStyle/>
          <a:p>
            <a:pPr indent="0" algn="l" defTabSz="914400">
              <a:lnSpc>
                <a:spcPct val="100000"/>
              </a:lnSpc>
              <a:spcBef>
                <a:spcPts val="601"/>
              </a:spcBef>
              <a:buNone/>
              <a:tabLst>
                <a:tab pos="0" algn="l"/>
              </a:tabLst>
            </a:pPr>
            <a:r>
              <a:rPr lang="da-DK" sz="1600" b="0" u="none" strike="noStrike">
                <a:solidFill>
                  <a:schemeClr val="dk1"/>
                </a:solidFill>
                <a:effectLst/>
                <a:uFillTx/>
                <a:latin typeface="Consolas"/>
              </a:rPr>
              <a:t>Lav et program som printer 4 tabellen ud i terminalen op til det sidste tal før 100.</a:t>
            </a: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r>
              <a:rPr lang="da-DK" sz="1600" b="1" u="none" strike="noStrike">
                <a:solidFill>
                  <a:schemeClr val="dk1"/>
                </a:solidFill>
                <a:effectLst/>
                <a:uFillTx/>
                <a:latin typeface="Consolas"/>
              </a:rPr>
              <a:t>Fremgangsmåde:</a:t>
            </a:r>
            <a:endParaRPr lang="en-US" sz="1600" b="0" u="none" strike="noStrike">
              <a:solidFill>
                <a:schemeClr val="dk1"/>
              </a:solidFill>
              <a:effectLst/>
              <a:uFillTx/>
              <a:latin typeface="Consolas"/>
            </a:endParaRPr>
          </a:p>
          <a:p>
            <a:pPr marL="285840" indent="-285840" algn="l" defTabSz="914400">
              <a:lnSpc>
                <a:spcPct val="100000"/>
              </a:lnSpc>
              <a:spcBef>
                <a:spcPts val="601"/>
              </a:spcBef>
              <a:buSzPct val="100051"/>
              <a:buBlip>
                <a:blip r:embed="rId2"/>
              </a:buBlip>
              <a:tabLst>
                <a:tab pos="0" algn="l"/>
              </a:tabLst>
            </a:pPr>
            <a:r>
              <a:rPr lang="da-DK" sz="1600" b="0" u="none" strike="noStrike">
                <a:solidFill>
                  <a:schemeClr val="dk1"/>
                </a:solidFill>
                <a:effectLst/>
                <a:uFillTx/>
                <a:latin typeface="Consolas"/>
              </a:rPr>
              <a:t>Åben VS Code, og åben en ny project_mappe, kald den hvad I vil </a:t>
            </a:r>
            <a:endParaRPr lang="en-US" sz="1600" b="0" u="none" strike="noStrike">
              <a:solidFill>
                <a:schemeClr val="dk1"/>
              </a:solidFill>
              <a:effectLst/>
              <a:uFillTx/>
              <a:latin typeface="Consolas"/>
            </a:endParaRPr>
          </a:p>
          <a:p>
            <a:pPr marL="623880" lvl="1" indent="-285840" algn="l" defTabSz="914400">
              <a:lnSpc>
                <a:spcPct val="120000"/>
              </a:lnSpc>
              <a:spcBef>
                <a:spcPts val="499"/>
              </a:spcBef>
              <a:buSzPct val="100058"/>
              <a:buBlip>
                <a:blip r:embed="rId2"/>
              </a:buBlip>
              <a:tabLst>
                <a:tab pos="0" algn="l"/>
              </a:tabLst>
            </a:pPr>
            <a:r>
              <a:rPr lang="da-DK" sz="1400" b="0" u="none" strike="noStrike">
                <a:solidFill>
                  <a:schemeClr val="dk1"/>
                </a:solidFill>
                <a:effectLst/>
                <a:uFillTx/>
                <a:latin typeface="Consolas"/>
              </a:rPr>
              <a:t>(Dette er sidste gang jeg skriver dette)</a:t>
            </a:r>
            <a:endParaRPr lang="en-US" sz="1400" b="0" u="none" strike="noStrike">
              <a:solidFill>
                <a:schemeClr val="dk1"/>
              </a:solidFill>
              <a:effectLst/>
              <a:uFillTx/>
              <a:latin typeface="Consolas"/>
            </a:endParaRPr>
          </a:p>
          <a:p>
            <a:pPr marL="285840" indent="-285840" algn="l" defTabSz="914400">
              <a:lnSpc>
                <a:spcPct val="100000"/>
              </a:lnSpc>
              <a:spcBef>
                <a:spcPts val="601"/>
              </a:spcBef>
              <a:buSzPct val="100051"/>
              <a:buBlip>
                <a:blip r:embed="rId2"/>
              </a:buBlip>
              <a:tabLst>
                <a:tab pos="0" algn="l"/>
              </a:tabLst>
            </a:pPr>
            <a:r>
              <a:rPr lang="da-DK" sz="1600" b="0" u="none" strike="noStrike">
                <a:solidFill>
                  <a:schemeClr val="dk1"/>
                </a:solidFill>
                <a:effectLst/>
                <a:uFillTx/>
                <a:latin typeface="Consolas"/>
              </a:rPr>
              <a:t>Lav en fil hello_for_loop.c</a:t>
            </a:r>
            <a:endParaRPr lang="en-US" sz="1600" b="0" u="none" strike="noStrike">
              <a:solidFill>
                <a:schemeClr val="dk1"/>
              </a:solidFill>
              <a:effectLst/>
              <a:uFillTx/>
              <a:latin typeface="Consolas"/>
            </a:endParaRPr>
          </a:p>
          <a:p>
            <a:pPr marL="285840" indent="-285840" algn="l" defTabSz="914400">
              <a:lnSpc>
                <a:spcPct val="100000"/>
              </a:lnSpc>
              <a:spcBef>
                <a:spcPts val="601"/>
              </a:spcBef>
              <a:buSzPct val="100051"/>
              <a:buBlip>
                <a:blip r:embed="rId2"/>
              </a:buBlip>
              <a:tabLst>
                <a:tab pos="0" algn="l"/>
              </a:tabLst>
            </a:pPr>
            <a:r>
              <a:rPr lang="da-DK" sz="1600" b="0" u="none" strike="noStrike">
                <a:solidFill>
                  <a:schemeClr val="dk1"/>
                </a:solidFill>
                <a:effectLst/>
                <a:uFillTx/>
                <a:latin typeface="Consolas"/>
              </a:rPr>
              <a:t>Lav main funktionen</a:t>
            </a:r>
            <a:endParaRPr lang="en-US" sz="1600" b="0" u="none" strike="noStrike">
              <a:solidFill>
                <a:schemeClr val="dk1"/>
              </a:solidFill>
              <a:effectLst/>
              <a:uFillTx/>
              <a:latin typeface="Consolas"/>
            </a:endParaRPr>
          </a:p>
          <a:p>
            <a:pPr marL="623880" lvl="1" indent="-285840" algn="l" defTabSz="914400">
              <a:lnSpc>
                <a:spcPct val="120000"/>
              </a:lnSpc>
              <a:spcBef>
                <a:spcPts val="499"/>
              </a:spcBef>
              <a:buSzPct val="100058"/>
              <a:buBlip>
                <a:blip r:embed="rId2"/>
              </a:buBlip>
              <a:tabLst>
                <a:tab pos="0" algn="l"/>
              </a:tabLst>
            </a:pPr>
            <a:r>
              <a:rPr lang="da-DK" sz="1400" b="0" u="none" strike="noStrike">
                <a:solidFill>
                  <a:schemeClr val="dk1"/>
                </a:solidFill>
                <a:effectLst/>
                <a:uFillTx/>
                <a:latin typeface="Consolas"/>
              </a:rPr>
              <a:t>Hint: Hvis I har glemt hvordan så se på alle andre opgaver</a:t>
            </a:r>
            <a:endParaRPr lang="en-US" sz="1400" b="0" u="none" strike="noStrike">
              <a:solidFill>
                <a:schemeClr val="dk1"/>
              </a:solidFill>
              <a:effectLst/>
              <a:uFillTx/>
              <a:latin typeface="Consolas"/>
            </a:endParaRPr>
          </a:p>
          <a:p>
            <a:pPr marL="285840" indent="-285840" algn="l" defTabSz="914400">
              <a:lnSpc>
                <a:spcPct val="100000"/>
              </a:lnSpc>
              <a:spcBef>
                <a:spcPts val="601"/>
              </a:spcBef>
              <a:buSzPct val="100051"/>
              <a:buBlip>
                <a:blip r:embed="rId2"/>
              </a:buBlip>
              <a:tabLst>
                <a:tab pos="0" algn="l"/>
              </a:tabLst>
            </a:pPr>
            <a:r>
              <a:rPr lang="da-DK" sz="1600" b="0" u="none" strike="noStrike">
                <a:solidFill>
                  <a:schemeClr val="dk1"/>
                </a:solidFill>
                <a:effectLst/>
                <a:uFillTx/>
                <a:latin typeface="Consolas"/>
              </a:rPr>
              <a:t>Lav et loop, som tæller 0, 4, 8, ..., op til 99 (i&lt;100, altså firtabellen)</a:t>
            </a:r>
            <a:endParaRPr lang="en-US" sz="1600" b="0" u="none" strike="noStrike">
              <a:solidFill>
                <a:schemeClr val="dk1"/>
              </a:solidFill>
              <a:effectLst/>
              <a:uFillTx/>
              <a:latin typeface="Consolas"/>
            </a:endParaRPr>
          </a:p>
          <a:p>
            <a:pPr marL="285840" indent="-285840" algn="l" defTabSz="914400">
              <a:lnSpc>
                <a:spcPct val="100000"/>
              </a:lnSpc>
              <a:spcBef>
                <a:spcPts val="601"/>
              </a:spcBef>
              <a:buSzPct val="100051"/>
              <a:buBlip>
                <a:blip r:embed="rId2"/>
              </a:buBlip>
              <a:tabLst>
                <a:tab pos="0" algn="l"/>
              </a:tabLst>
            </a:pPr>
            <a:r>
              <a:rPr lang="da-DK" sz="1600" b="0" u="none" strike="noStrike">
                <a:solidFill>
                  <a:schemeClr val="dk1"/>
                </a:solidFill>
                <a:effectLst/>
                <a:uFillTx/>
                <a:latin typeface="Consolas"/>
              </a:rPr>
              <a:t>Indeni Kodeblocken { ……… } printer man tallet i ud i terminalen</a:t>
            </a:r>
            <a:endParaRPr lang="en-US" sz="1600" b="0" u="none" strike="noStrike">
              <a:solidFill>
                <a:schemeClr val="dk1"/>
              </a:solidFill>
              <a:effectLst/>
              <a:uFillTx/>
              <a:latin typeface="Consolas"/>
            </a:endParaRPr>
          </a:p>
          <a:p>
            <a:pPr marL="623880" lvl="1" indent="-285840" algn="l" defTabSz="914400">
              <a:lnSpc>
                <a:spcPct val="120000"/>
              </a:lnSpc>
              <a:spcBef>
                <a:spcPts val="499"/>
              </a:spcBef>
              <a:buSzPct val="100058"/>
              <a:buBlip>
                <a:blip r:embed="rId2"/>
              </a:buBlip>
              <a:tabLst>
                <a:tab pos="0" algn="l"/>
              </a:tabLst>
            </a:pPr>
            <a:r>
              <a:rPr lang="da-DK" sz="1400" b="0" u="none" strike="noStrike">
                <a:solidFill>
                  <a:schemeClr val="dk1"/>
                </a:solidFill>
                <a:effectLst/>
                <a:uFillTx/>
                <a:latin typeface="Consolas"/>
              </a:rPr>
              <a:t>Hint: Dette er ikke nyt længere.</a:t>
            </a:r>
            <a:endParaRPr lang="en-US" sz="1400" b="0" u="none" strike="noStrike">
              <a:solidFill>
                <a:schemeClr val="dk1"/>
              </a:solidFill>
              <a:effectLst/>
              <a:uFillTx/>
              <a:latin typeface="Consolas"/>
            </a:endParaRPr>
          </a:p>
          <a:p>
            <a:pPr marL="285840" indent="-285840" algn="l" defTabSz="914400">
              <a:lnSpc>
                <a:spcPct val="100000"/>
              </a:lnSpc>
              <a:spcBef>
                <a:spcPts val="601"/>
              </a:spcBef>
              <a:buSzPct val="100051"/>
              <a:buBlip>
                <a:blip r:embed="rId2"/>
              </a:buBlip>
              <a:tabLst>
                <a:tab pos="0" algn="l"/>
              </a:tabLst>
            </a:pPr>
            <a:r>
              <a:rPr lang="da-DK" sz="1600" b="0" u="none" strike="noStrike">
                <a:solidFill>
                  <a:schemeClr val="dk1"/>
                </a:solidFill>
                <a:effectLst/>
                <a:uFillTx/>
                <a:latin typeface="Consolas"/>
              </a:rPr>
              <a:t>Kør programmet, og sikre dig at det virker</a:t>
            </a:r>
            <a:endParaRPr lang="en-US" sz="1600" b="0" u="none" strike="noStrike">
              <a:solidFill>
                <a:schemeClr val="dk1"/>
              </a:solidFill>
              <a:effectLst/>
              <a:uFillTx/>
              <a:latin typeface="Consolas"/>
            </a:endParaRPr>
          </a:p>
        </p:txBody>
      </p:sp>
      <p:sp>
        <p:nvSpPr>
          <p:cNvPr id="1006" name="TextBox 4"/>
          <p:cNvSpPr/>
          <p:nvPr/>
        </p:nvSpPr>
        <p:spPr>
          <a:xfrm>
            <a:off x="8032680" y="4415400"/>
            <a:ext cx="3875400" cy="1569240"/>
          </a:xfrm>
          <a:prstGeom prst="rect">
            <a:avLst/>
          </a:prstGeom>
          <a:solidFill>
            <a:schemeClr val="accent4">
              <a:lumMod val="40000"/>
              <a:lumOff val="6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200" b="0" u="none" strike="noStrike">
                <a:solidFill>
                  <a:srgbClr val="859900"/>
                </a:solidFill>
                <a:effectLst/>
                <a:uFillTx/>
                <a:latin typeface="Consolas"/>
              </a:rPr>
              <a:t>#include</a:t>
            </a:r>
            <a:r>
              <a:rPr lang="en-US" sz="1200" b="0" u="none" strike="noStrike">
                <a:solidFill>
                  <a:srgbClr val="B58900"/>
                </a:solidFill>
                <a:effectLst/>
                <a:uFillTx/>
                <a:latin typeface="Consolas"/>
              </a:rPr>
              <a:t> </a:t>
            </a:r>
            <a:r>
              <a:rPr lang="en-US" sz="1200" b="0" u="none" strike="noStrike">
                <a:solidFill>
                  <a:srgbClr val="2AA198"/>
                </a:solidFill>
                <a:effectLst/>
                <a:uFillTx/>
                <a:latin typeface="Consolas"/>
              </a:rPr>
              <a:t>&lt;stdio.h&gt;</a:t>
            </a:r>
            <a:endParaRPr lang="en-US" sz="1200" b="0" u="none" strike="noStrike">
              <a:solidFill>
                <a:srgbClr val="000000"/>
              </a:solidFill>
              <a:effectLst/>
              <a:uFillTx/>
              <a:latin typeface="Arial"/>
            </a:endParaRPr>
          </a:p>
          <a:p>
            <a:pPr defTabSz="914400">
              <a:lnSpc>
                <a:spcPct val="100000"/>
              </a:lnSpc>
            </a:pPr>
            <a:br>
              <a:rPr sz="1200"/>
            </a:br>
            <a:r>
              <a:rPr lang="en-US" sz="1200" b="1" u="none" strike="noStrike">
                <a:solidFill>
                  <a:srgbClr val="586E75"/>
                </a:solidFill>
                <a:effectLst/>
                <a:uFillTx/>
                <a:latin typeface="Consolas"/>
              </a:rPr>
              <a:t>int</a:t>
            </a:r>
            <a:r>
              <a:rPr lang="en-US" sz="1200" b="0" u="none" strike="noStrike">
                <a:solidFill>
                  <a:srgbClr val="657B83"/>
                </a:solidFill>
                <a:effectLst/>
                <a:uFillTx/>
                <a:latin typeface="Consolas"/>
              </a:rPr>
              <a:t> </a:t>
            </a:r>
            <a:r>
              <a:rPr lang="en-US" sz="1200" b="0" u="none" strike="noStrike">
                <a:solidFill>
                  <a:srgbClr val="268BD2"/>
                </a:solidFill>
                <a:effectLst/>
                <a:uFillTx/>
                <a:latin typeface="Consolas"/>
              </a:rPr>
              <a:t>main</a:t>
            </a:r>
            <a:r>
              <a:rPr lang="en-US" sz="1200" b="0" u="none" strike="noStrike">
                <a:solidFill>
                  <a:srgbClr val="657B83"/>
                </a:solidFill>
                <a:effectLst/>
                <a:uFillTx/>
                <a:latin typeface="Consolas"/>
              </a:rPr>
              <a:t>() {</a:t>
            </a:r>
            <a:endParaRPr lang="en-US" sz="1200" b="0" u="none" strike="noStrike">
              <a:solidFill>
                <a:srgbClr val="000000"/>
              </a:solidFill>
              <a:effectLst/>
              <a:uFillTx/>
              <a:latin typeface="Arial"/>
            </a:endParaRPr>
          </a:p>
          <a:p>
            <a:pPr defTabSz="914400">
              <a:lnSpc>
                <a:spcPct val="100000"/>
              </a:lnSpc>
            </a:pPr>
            <a:r>
              <a:rPr lang="en-US" sz="1200" b="0" u="none" strike="noStrike">
                <a:solidFill>
                  <a:srgbClr val="657B83"/>
                </a:solidFill>
                <a:effectLst/>
                <a:uFillTx/>
                <a:latin typeface="Consolas"/>
              </a:rPr>
              <a:t>    </a:t>
            </a:r>
            <a:r>
              <a:rPr lang="en-US" sz="1200" b="0" u="none" strike="noStrike">
                <a:solidFill>
                  <a:srgbClr val="859900"/>
                </a:solidFill>
                <a:effectLst/>
                <a:uFillTx/>
                <a:latin typeface="Consolas"/>
              </a:rPr>
              <a:t>for</a:t>
            </a:r>
            <a:r>
              <a:rPr lang="en-US" sz="1200" b="0" u="none" strike="noStrike">
                <a:solidFill>
                  <a:srgbClr val="657B83"/>
                </a:solidFill>
                <a:effectLst/>
                <a:uFillTx/>
                <a:latin typeface="Consolas"/>
              </a:rPr>
              <a:t> (</a:t>
            </a:r>
            <a:r>
              <a:rPr lang="en-US" sz="1200" b="1" u="none" strike="noStrike">
                <a:solidFill>
                  <a:srgbClr val="586E75"/>
                </a:solidFill>
                <a:effectLst/>
                <a:uFillTx/>
                <a:latin typeface="Consolas"/>
              </a:rPr>
              <a:t>int</a:t>
            </a:r>
            <a:r>
              <a:rPr lang="en-US" sz="1200" b="0" u="none" strike="noStrike">
                <a:solidFill>
                  <a:srgbClr val="657B83"/>
                </a:solidFill>
                <a:effectLst/>
                <a:uFillTx/>
                <a:latin typeface="Consolas"/>
              </a:rPr>
              <a:t> a </a:t>
            </a:r>
            <a:r>
              <a:rPr lang="en-US" sz="1200" b="0" u="none" strike="noStrike">
                <a:solidFill>
                  <a:srgbClr val="859900"/>
                </a:solidFill>
                <a:effectLst/>
                <a:uFillTx/>
                <a:latin typeface="Consolas"/>
              </a:rPr>
              <a:t>=</a:t>
            </a:r>
            <a:r>
              <a:rPr lang="en-US" sz="1200" b="0" u="none" strike="noStrike">
                <a:solidFill>
                  <a:srgbClr val="657B83"/>
                </a:solidFill>
                <a:effectLst/>
                <a:uFillTx/>
                <a:latin typeface="Consolas"/>
              </a:rPr>
              <a:t> </a:t>
            </a:r>
            <a:r>
              <a:rPr lang="en-US" sz="1200" b="0" u="none" strike="noStrike">
                <a:solidFill>
                  <a:srgbClr val="D33682"/>
                </a:solidFill>
                <a:effectLst/>
                <a:uFillTx/>
                <a:latin typeface="Consolas"/>
              </a:rPr>
              <a:t>10</a:t>
            </a:r>
            <a:r>
              <a:rPr lang="en-US" sz="1200" b="0" u="none" strike="noStrike">
                <a:solidFill>
                  <a:srgbClr val="657B83"/>
                </a:solidFill>
                <a:effectLst/>
                <a:uFillTx/>
                <a:latin typeface="Consolas"/>
              </a:rPr>
              <a:t>; a </a:t>
            </a:r>
            <a:r>
              <a:rPr lang="en-US" sz="1200" b="0" u="none" strike="noStrike">
                <a:solidFill>
                  <a:srgbClr val="859900"/>
                </a:solidFill>
                <a:effectLst/>
                <a:uFillTx/>
                <a:latin typeface="Consolas"/>
              </a:rPr>
              <a:t>&lt;=</a:t>
            </a:r>
            <a:r>
              <a:rPr lang="en-US" sz="1200" b="0" u="none" strike="noStrike">
                <a:solidFill>
                  <a:srgbClr val="657B83"/>
                </a:solidFill>
                <a:effectLst/>
                <a:uFillTx/>
                <a:latin typeface="Consolas"/>
              </a:rPr>
              <a:t> </a:t>
            </a:r>
            <a:r>
              <a:rPr lang="en-US" sz="1200" b="0" u="none" strike="noStrike">
                <a:solidFill>
                  <a:srgbClr val="D33682"/>
                </a:solidFill>
                <a:effectLst/>
                <a:uFillTx/>
                <a:latin typeface="Consolas"/>
              </a:rPr>
              <a:t>20</a:t>
            </a:r>
            <a:r>
              <a:rPr lang="en-US" sz="1200" b="0" u="none" strike="noStrike">
                <a:solidFill>
                  <a:srgbClr val="657B83"/>
                </a:solidFill>
                <a:effectLst/>
                <a:uFillTx/>
                <a:latin typeface="Consolas"/>
              </a:rPr>
              <a:t>; a</a:t>
            </a:r>
            <a:r>
              <a:rPr lang="en-US" sz="1200" b="0" u="none" strike="noStrike">
                <a:solidFill>
                  <a:srgbClr val="859900"/>
                </a:solidFill>
                <a:effectLst/>
                <a:uFillTx/>
                <a:latin typeface="Consolas"/>
              </a:rPr>
              <a:t>++</a:t>
            </a:r>
            <a:r>
              <a:rPr lang="en-US" sz="1200" b="0" u="none" strike="noStrike">
                <a:solidFill>
                  <a:srgbClr val="657B83"/>
                </a:solidFill>
                <a:effectLst/>
                <a:uFillTx/>
                <a:latin typeface="Consolas"/>
              </a:rPr>
              <a:t>) {</a:t>
            </a:r>
            <a:endParaRPr lang="en-US" sz="1200" b="0" u="none" strike="noStrike">
              <a:solidFill>
                <a:srgbClr val="000000"/>
              </a:solidFill>
              <a:effectLst/>
              <a:uFillTx/>
              <a:latin typeface="Arial"/>
            </a:endParaRPr>
          </a:p>
          <a:p>
            <a:pPr defTabSz="914400">
              <a:lnSpc>
                <a:spcPct val="100000"/>
              </a:lnSpc>
            </a:pPr>
            <a:r>
              <a:rPr lang="en-US" sz="1200" b="0" u="none" strike="noStrike">
                <a:solidFill>
                  <a:srgbClr val="657B83"/>
                </a:solidFill>
                <a:effectLst/>
                <a:uFillTx/>
                <a:latin typeface="Consolas"/>
              </a:rPr>
              <a:t>        </a:t>
            </a:r>
            <a:r>
              <a:rPr lang="en-US" sz="1200" b="0" u="none" strike="noStrike">
                <a:solidFill>
                  <a:srgbClr val="268BD2"/>
                </a:solidFill>
                <a:effectLst/>
                <a:uFillTx/>
                <a:latin typeface="Consolas"/>
              </a:rPr>
              <a:t>printf</a:t>
            </a:r>
            <a:r>
              <a:rPr lang="en-US" sz="1200" b="0" u="none" strike="noStrike">
                <a:solidFill>
                  <a:srgbClr val="657B83"/>
                </a:solidFill>
                <a:effectLst/>
                <a:uFillTx/>
                <a:latin typeface="Consolas"/>
              </a:rPr>
              <a:t>(</a:t>
            </a:r>
            <a:r>
              <a:rPr lang="en-US" sz="1200" b="0" u="none" strike="noStrike">
                <a:solidFill>
                  <a:srgbClr val="2AA198"/>
                </a:solidFill>
                <a:effectLst/>
                <a:uFillTx/>
                <a:latin typeface="Consolas"/>
              </a:rPr>
              <a:t>"value of a: </a:t>
            </a:r>
            <a:r>
              <a:rPr lang="en-US" sz="1200" b="0" u="none" strike="noStrike">
                <a:solidFill>
                  <a:srgbClr val="CB4B16"/>
                </a:solidFill>
                <a:effectLst/>
                <a:uFillTx/>
                <a:latin typeface="Consolas"/>
              </a:rPr>
              <a:t>%d\n</a:t>
            </a:r>
            <a:r>
              <a:rPr lang="en-US" sz="1200" b="0" u="none" strike="noStrike">
                <a:solidFill>
                  <a:srgbClr val="2AA198"/>
                </a:solidFill>
                <a:effectLst/>
                <a:uFillTx/>
                <a:latin typeface="Consolas"/>
              </a:rPr>
              <a:t>"</a:t>
            </a:r>
            <a:r>
              <a:rPr lang="en-US" sz="1200" b="0" u="none" strike="noStrike">
                <a:solidFill>
                  <a:srgbClr val="657B83"/>
                </a:solidFill>
                <a:effectLst/>
                <a:uFillTx/>
                <a:latin typeface="Consolas"/>
              </a:rPr>
              <a:t>, a);</a:t>
            </a:r>
            <a:endParaRPr lang="en-US" sz="1200" b="0" u="none" strike="noStrike">
              <a:solidFill>
                <a:srgbClr val="000000"/>
              </a:solidFill>
              <a:effectLst/>
              <a:uFillTx/>
              <a:latin typeface="Arial"/>
            </a:endParaRPr>
          </a:p>
          <a:p>
            <a:pPr defTabSz="914400">
              <a:lnSpc>
                <a:spcPct val="100000"/>
              </a:lnSpc>
            </a:pPr>
            <a:r>
              <a:rPr lang="en-US" sz="1200" b="0" u="none" strike="noStrike">
                <a:solidFill>
                  <a:srgbClr val="657B83"/>
                </a:solidFill>
                <a:effectLst/>
                <a:uFillTx/>
                <a:latin typeface="Consolas"/>
              </a:rPr>
              <a:t>    }</a:t>
            </a:r>
            <a:br>
              <a:rPr sz="1200"/>
            </a:br>
            <a:r>
              <a:rPr lang="en-US" sz="1200" b="0" u="none" strike="noStrike">
                <a:solidFill>
                  <a:srgbClr val="657B83"/>
                </a:solidFill>
                <a:effectLst/>
                <a:uFillTx/>
                <a:latin typeface="Consolas"/>
              </a:rPr>
              <a:t>    </a:t>
            </a:r>
            <a:r>
              <a:rPr lang="en-US" sz="1200" b="0" u="none" strike="noStrike">
                <a:solidFill>
                  <a:srgbClr val="859900"/>
                </a:solidFill>
                <a:effectLst/>
                <a:uFillTx/>
                <a:latin typeface="Consolas"/>
              </a:rPr>
              <a:t>return</a:t>
            </a:r>
            <a:r>
              <a:rPr lang="en-US" sz="1200" b="0" u="none" strike="noStrike">
                <a:solidFill>
                  <a:srgbClr val="657B83"/>
                </a:solidFill>
                <a:effectLst/>
                <a:uFillTx/>
                <a:latin typeface="Consolas"/>
              </a:rPr>
              <a:t> </a:t>
            </a:r>
            <a:r>
              <a:rPr lang="en-US" sz="1200" b="0" u="none" strike="noStrike">
                <a:solidFill>
                  <a:srgbClr val="D33682"/>
                </a:solidFill>
                <a:effectLst/>
                <a:uFillTx/>
                <a:latin typeface="Consolas"/>
              </a:rPr>
              <a:t>0</a:t>
            </a:r>
            <a:r>
              <a:rPr lang="en-US" sz="1200" b="0" u="none" strike="noStrike">
                <a:solidFill>
                  <a:srgbClr val="657B83"/>
                </a:solidFill>
                <a:effectLst/>
                <a:uFillTx/>
                <a:latin typeface="Consolas"/>
              </a:rPr>
              <a:t>;</a:t>
            </a:r>
            <a:endParaRPr lang="en-US" sz="1200" b="0" u="none" strike="noStrike">
              <a:solidFill>
                <a:srgbClr val="000000"/>
              </a:solidFill>
              <a:effectLst/>
              <a:uFillTx/>
              <a:latin typeface="Arial"/>
            </a:endParaRPr>
          </a:p>
          <a:p>
            <a:pPr defTabSz="914400">
              <a:lnSpc>
                <a:spcPct val="100000"/>
              </a:lnSpc>
            </a:pPr>
            <a:r>
              <a:rPr lang="en-US" sz="1200" b="0" u="none" strike="noStrike">
                <a:solidFill>
                  <a:srgbClr val="657B83"/>
                </a:solidFill>
                <a:effectLst/>
                <a:uFillTx/>
                <a:latin typeface="Consolas"/>
              </a:rPr>
              <a:t>}</a:t>
            </a:r>
            <a:endParaRPr lang="en-US" sz="120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7" name="PlaceHolder 1"/>
          <p:cNvSpPr>
            <a:spLocks noGrp="1"/>
          </p:cNvSpPr>
          <p:nvPr>
            <p:ph type="pic"/>
          </p:nvPr>
        </p:nvSpPr>
        <p:spPr/>
        <p:txBody>
          <a:bodyPr/>
          <a:lstStyle/>
          <a:p>
            <a:endParaRPr lang="LID4096"/>
          </a:p>
        </p:txBody>
      </p:sp>
      <p:sp>
        <p:nvSpPr>
          <p:cNvPr id="1008" name="PlaceHolder 2"/>
          <p:cNvSpPr>
            <a:spLocks noGrp="1"/>
          </p:cNvSpPr>
          <p:nvPr>
            <p:ph type="title" hasCustomPrompt="1"/>
          </p:nvPr>
        </p:nvSpPr>
        <p:spPr>
          <a:xfrm>
            <a:off x="587520" y="359280"/>
            <a:ext cx="6366600" cy="1621080"/>
          </a:xfrm>
          <a:prstGeom prst="rect">
            <a:avLst/>
          </a:prstGeom>
          <a:noFill/>
          <a:ln w="0">
            <a:noFill/>
          </a:ln>
        </p:spPr>
        <p:txBody>
          <a:bodyPr lIns="0" tIns="191880" rIns="0" bIns="0" anchor="t">
            <a:noAutofit/>
          </a:bodyPr>
          <a:lstStyle/>
          <a:p>
            <a:pPr indent="0" algn="l" defTabSz="914400">
              <a:lnSpc>
                <a:spcPct val="100000"/>
              </a:lnSpc>
              <a:buNone/>
            </a:pPr>
            <a:r>
              <a:rPr lang="en-US" sz="3600" b="1" u="none" strike="noStrike" spc="300">
                <a:solidFill>
                  <a:schemeClr val="dk1"/>
                </a:solidFill>
                <a:effectLst/>
                <a:uFillTx/>
                <a:latin typeface="Consolas"/>
              </a:rPr>
              <a:t>Iteration or loop statements</a:t>
            </a:r>
            <a:br>
              <a:rPr sz="3600"/>
            </a:br>
            <a:br>
              <a:rPr sz="3600"/>
            </a:br>
            <a:endParaRPr lang="en-US" sz="3600" b="1" u="none" strike="noStrike" spc="300">
              <a:solidFill>
                <a:schemeClr val="dk1"/>
              </a:solidFill>
              <a:effectLst/>
              <a:uFillTx/>
              <a:latin typeface="Consolas"/>
            </a:endParaRPr>
          </a:p>
        </p:txBody>
      </p:sp>
      <p:sp>
        <p:nvSpPr>
          <p:cNvPr id="1009" name="PlaceHolder 3"/>
          <p:cNvSpPr>
            <a:spLocks noGrp="1"/>
          </p:cNvSpPr>
          <p:nvPr>
            <p:ph hasCustomPrompt="1"/>
          </p:nvPr>
        </p:nvSpPr>
        <p:spPr>
          <a:xfrm>
            <a:off x="587520" y="2143440"/>
            <a:ext cx="4489920" cy="3751920"/>
          </a:xfrm>
          <a:prstGeom prst="rect">
            <a:avLst/>
          </a:prstGeom>
          <a:noFill/>
          <a:ln w="0">
            <a:noFill/>
          </a:ln>
        </p:spPr>
        <p:txBody>
          <a:bodyPr lIns="0" tIns="45720" rIns="0" bIns="45720" anchor="t">
            <a:normAutofit/>
          </a:bodyPr>
          <a:lstStyle/>
          <a:p>
            <a:pPr indent="0" algn="l" defTabSz="914400">
              <a:lnSpc>
                <a:spcPct val="100000"/>
              </a:lnSpc>
              <a:spcBef>
                <a:spcPts val="601"/>
              </a:spcBef>
              <a:buNone/>
              <a:tabLst>
                <a:tab pos="0" algn="l"/>
              </a:tabLst>
            </a:pPr>
            <a:r>
              <a:rPr lang="en-US" sz="1800" b="0" u="none" strike="noStrike">
                <a:solidFill>
                  <a:schemeClr val="dk1"/>
                </a:solidFill>
                <a:effectLst/>
                <a:uFillTx/>
                <a:latin typeface="Consolas"/>
              </a:rPr>
              <a:t>Iteration or loop</a:t>
            </a:r>
          </a:p>
          <a:p>
            <a:pPr marL="285840" indent="-285840" algn="l" defTabSz="914400">
              <a:lnSpc>
                <a:spcPct val="100000"/>
              </a:lnSpc>
              <a:spcBef>
                <a:spcPts val="601"/>
              </a:spcBef>
              <a:buSzPct val="100000"/>
              <a:buBlip>
                <a:blip r:embed="rId2"/>
              </a:buBlip>
              <a:tabLst>
                <a:tab pos="0" algn="l"/>
              </a:tabLst>
            </a:pPr>
            <a:r>
              <a:rPr lang="en-US" sz="2000" b="0" u="none" strike="noStrike">
                <a:solidFill>
                  <a:schemeClr val="dk1"/>
                </a:solidFill>
                <a:effectLst/>
                <a:uFillTx/>
                <a:latin typeface="Consolas"/>
              </a:rPr>
              <a:t>for</a:t>
            </a:r>
          </a:p>
          <a:p>
            <a:pPr marL="285840" indent="-285840" algn="l" defTabSz="914400">
              <a:lnSpc>
                <a:spcPct val="100000"/>
              </a:lnSpc>
              <a:spcBef>
                <a:spcPts val="601"/>
              </a:spcBef>
              <a:buSzPct val="100000"/>
              <a:buBlip>
                <a:blip r:embed="rId2"/>
              </a:buBlip>
              <a:tabLst>
                <a:tab pos="0" algn="l"/>
              </a:tabLst>
            </a:pPr>
            <a:r>
              <a:rPr lang="en-US" sz="2000" b="1" u="none" strike="noStrike">
                <a:solidFill>
                  <a:schemeClr val="dk1"/>
                </a:solidFill>
                <a:effectLst/>
                <a:uFillTx/>
                <a:latin typeface="Consolas"/>
              </a:rPr>
              <a:t>While</a:t>
            </a:r>
            <a:endParaRPr lang="en-US" sz="2000" b="0" u="none" strike="noStrike">
              <a:solidFill>
                <a:schemeClr val="dk1"/>
              </a:solidFill>
              <a:effectLst/>
              <a:uFillTx/>
              <a:latin typeface="Consolas"/>
            </a:endParaRPr>
          </a:p>
          <a:p>
            <a:pPr marL="285840" indent="-285840" algn="l" defTabSz="914400">
              <a:lnSpc>
                <a:spcPct val="100000"/>
              </a:lnSpc>
              <a:spcBef>
                <a:spcPts val="601"/>
              </a:spcBef>
              <a:buSzPct val="100112"/>
              <a:buBlip>
                <a:blip r:embed="rId3"/>
              </a:buBlip>
              <a:tabLst>
                <a:tab pos="0" algn="l"/>
              </a:tabLst>
            </a:pPr>
            <a:r>
              <a:rPr lang="en-US" sz="1800" b="0" u="none" strike="noStrike">
                <a:solidFill>
                  <a:schemeClr val="dk1"/>
                </a:solidFill>
                <a:effectLst/>
                <a:uFillTx/>
                <a:latin typeface="Consolas"/>
              </a:rPr>
              <a:t>Nested loops</a:t>
            </a:r>
          </a:p>
          <a:p>
            <a:pPr indent="0" algn="l" defTabSz="914400">
              <a:lnSpc>
                <a:spcPct val="120000"/>
              </a:lnSpc>
              <a:spcBef>
                <a:spcPts val="499"/>
              </a:spcBef>
              <a:buNone/>
              <a:tabLst>
                <a:tab pos="0" algn="l"/>
              </a:tabLst>
            </a:pPr>
            <a:endParaRPr lang="en-US" sz="1800" b="0" u="none" strike="noStrike">
              <a:solidFill>
                <a:schemeClr val="dk1"/>
              </a:solidFill>
              <a:effectLst/>
              <a:uFillTx/>
              <a:latin typeface="Consolas"/>
            </a:endParaRPr>
          </a:p>
        </p:txBody>
      </p:sp>
      <p:sp>
        <p:nvSpPr>
          <p:cNvPr id="5" name="PlaceHolder 4"/>
          <p:cNvSpPr>
            <a:spLocks noGrp="1"/>
          </p:cNvSpPr>
          <p:nvPr>
            <p:ph type="sldNum" idx="8"/>
          </p:nvPr>
        </p:nvSpPr>
        <p:spPr/>
        <p:txBody>
          <a:bodyPr/>
          <a:lstStyle/>
          <a:p>
            <a:fld id="{3CD6CD56-9A85-4135-8819-7B6AB7CE2C69}" type="slidenum">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0" name="PlaceHolder 1"/>
          <p:cNvSpPr>
            <a:spLocks noGrp="1"/>
          </p:cNvSpPr>
          <p:nvPr>
            <p:ph type="title" hasCustomPrompt="1"/>
          </p:nvPr>
        </p:nvSpPr>
        <p:spPr>
          <a:xfrm>
            <a:off x="587520" y="359280"/>
            <a:ext cx="4489920" cy="1621080"/>
          </a:xfrm>
          <a:prstGeom prst="rect">
            <a:avLst/>
          </a:prstGeom>
          <a:noFill/>
          <a:ln w="0">
            <a:noFill/>
          </a:ln>
        </p:spPr>
        <p:txBody>
          <a:bodyPr lIns="0" tIns="191880" rIns="0" bIns="0" anchor="t">
            <a:noAutofit/>
          </a:bodyPr>
          <a:lstStyle/>
          <a:p>
            <a:pPr indent="0" algn="l" defTabSz="914400">
              <a:lnSpc>
                <a:spcPct val="100000"/>
              </a:lnSpc>
              <a:buNone/>
            </a:pPr>
            <a:r>
              <a:rPr lang="da-DK" sz="3600" b="1" u="none" strike="noStrike" spc="300">
                <a:solidFill>
                  <a:schemeClr val="dk1"/>
                </a:solidFill>
                <a:effectLst/>
                <a:uFillTx/>
                <a:latin typeface="Consolas"/>
              </a:rPr>
              <a:t>while loop</a:t>
            </a:r>
            <a:endParaRPr lang="en-US" sz="3600" b="1" u="none" strike="noStrike" spc="300">
              <a:solidFill>
                <a:schemeClr val="dk1"/>
              </a:solidFill>
              <a:effectLst/>
              <a:uFillTx/>
              <a:latin typeface="Consolas"/>
            </a:endParaRPr>
          </a:p>
        </p:txBody>
      </p:sp>
      <p:sp>
        <p:nvSpPr>
          <p:cNvPr id="1011" name="PlaceHolder 2"/>
          <p:cNvSpPr>
            <a:spLocks noGrp="1"/>
          </p:cNvSpPr>
          <p:nvPr>
            <p:ph hasCustomPrompt="1"/>
          </p:nvPr>
        </p:nvSpPr>
        <p:spPr>
          <a:xfrm>
            <a:off x="587520" y="2441160"/>
            <a:ext cx="4489920" cy="3453840"/>
          </a:xfrm>
          <a:prstGeom prst="rect">
            <a:avLst/>
          </a:prstGeom>
          <a:noFill/>
          <a:ln w="0">
            <a:noFill/>
          </a:ln>
        </p:spPr>
        <p:txBody>
          <a:bodyPr lIns="0" tIns="45720" rIns="0" bIns="45720" anchor="t">
            <a:noAutofit/>
          </a:bodyPr>
          <a:lstStyle/>
          <a:p>
            <a:pPr indent="0" algn="l" defTabSz="914400">
              <a:lnSpc>
                <a:spcPct val="100000"/>
              </a:lnSpc>
              <a:spcBef>
                <a:spcPts val="601"/>
              </a:spcBef>
              <a:buNone/>
              <a:tabLst>
                <a:tab pos="0" algn="l"/>
              </a:tabLst>
            </a:pPr>
            <a:r>
              <a:rPr lang="en-US" sz="1600" b="0" u="none" strike="noStrike">
                <a:solidFill>
                  <a:schemeClr val="dk1"/>
                </a:solidFill>
                <a:effectLst/>
                <a:uFillTx/>
                <a:latin typeface="Consolas"/>
              </a:rPr>
              <a:t>A while loop will execute a block of statements for ever, if a given condition remains true true.</a:t>
            </a:r>
          </a:p>
          <a:p>
            <a:pPr indent="0" algn="l" defTabSz="914400">
              <a:lnSpc>
                <a:spcPct val="100000"/>
              </a:lnSpc>
              <a:spcBef>
                <a:spcPts val="601"/>
              </a:spcBef>
              <a:buNone/>
              <a:tabLst>
                <a:tab pos="0" algn="l"/>
              </a:tabLst>
            </a:pPr>
            <a:r>
              <a:rPr lang="en-US" sz="1600" b="0" u="none" strike="noStrike">
                <a:solidFill>
                  <a:schemeClr val="dk1"/>
                </a:solidFill>
                <a:effectLst/>
                <a:uFillTx/>
                <a:latin typeface="Consolas"/>
              </a:rPr>
              <a:t>If condition starts with false the block is not executed at all.</a:t>
            </a: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r>
              <a:rPr lang="en-US" sz="1600" b="0" u="none" strike="noStrike">
                <a:solidFill>
                  <a:schemeClr val="dk1"/>
                </a:solidFill>
                <a:effectLst/>
                <a:uFillTx/>
                <a:latin typeface="Consolas"/>
              </a:rPr>
              <a:t>while(1){}</a:t>
            </a:r>
          </a:p>
        </p:txBody>
      </p:sp>
      <p:pic>
        <p:nvPicPr>
          <p:cNvPr id="1012" name="Billede 10"/>
          <p:cNvPicPr/>
          <p:nvPr/>
        </p:nvPicPr>
        <p:blipFill>
          <a:blip r:embed="rId2"/>
          <a:stretch/>
        </p:blipFill>
        <p:spPr>
          <a:xfrm>
            <a:off x="2659680" y="4700880"/>
            <a:ext cx="2142720" cy="1076040"/>
          </a:xfrm>
          <a:prstGeom prst="rect">
            <a:avLst/>
          </a:prstGeom>
          <a:noFill/>
          <a:ln w="0">
            <a:noFill/>
          </a:ln>
        </p:spPr>
      </p:pic>
      <p:pic>
        <p:nvPicPr>
          <p:cNvPr id="1013" name="Billede 12" descr="Et billede, der indeholder tekst&#10;&#10;Automatisk genereret beskrivelse"/>
          <p:cNvPicPr/>
          <p:nvPr/>
        </p:nvPicPr>
        <p:blipFill>
          <a:blip r:embed="rId3"/>
          <a:stretch/>
        </p:blipFill>
        <p:spPr>
          <a:xfrm>
            <a:off x="8282160" y="4003560"/>
            <a:ext cx="2409480" cy="2742840"/>
          </a:xfrm>
          <a:prstGeom prst="rect">
            <a:avLst/>
          </a:prstGeom>
          <a:noFill/>
          <a:ln w="0">
            <a:noFill/>
          </a:ln>
        </p:spPr>
      </p:pic>
      <p:sp>
        <p:nvSpPr>
          <p:cNvPr id="1014" name="TextBox 6"/>
          <p:cNvSpPr/>
          <p:nvPr/>
        </p:nvSpPr>
        <p:spPr>
          <a:xfrm>
            <a:off x="5366160" y="1170000"/>
            <a:ext cx="6099480" cy="3138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u="none" strike="noStrike">
                <a:solidFill>
                  <a:srgbClr val="859900"/>
                </a:solidFill>
                <a:effectLst/>
                <a:uFillTx/>
                <a:latin typeface="Consolas"/>
              </a:rPr>
              <a:t>#include</a:t>
            </a:r>
            <a:r>
              <a:rPr lang="en-US" sz="1800" b="0" u="none" strike="noStrike">
                <a:solidFill>
                  <a:srgbClr val="B58900"/>
                </a:solidFill>
                <a:effectLst/>
                <a:uFillTx/>
                <a:latin typeface="Consolas"/>
              </a:rPr>
              <a:t> </a:t>
            </a:r>
            <a:r>
              <a:rPr lang="en-US" sz="1800" b="0" u="none" strike="noStrike">
                <a:solidFill>
                  <a:srgbClr val="2AA198"/>
                </a:solidFill>
                <a:effectLst/>
                <a:uFillTx/>
                <a:latin typeface="Consolas"/>
              </a:rPr>
              <a:t>&lt;stdio.h&gt;</a:t>
            </a:r>
            <a:endParaRPr lang="en-US" sz="1800" b="0" u="none" strike="noStrike">
              <a:solidFill>
                <a:srgbClr val="000000"/>
              </a:solidFill>
              <a:effectLst/>
              <a:uFillTx/>
              <a:latin typeface="Arial"/>
            </a:endParaRPr>
          </a:p>
          <a:p>
            <a:pPr defTabSz="914400">
              <a:lnSpc>
                <a:spcPct val="100000"/>
              </a:lnSpc>
            </a:pPr>
            <a:r>
              <a:rPr lang="en-US" sz="1800" b="1" u="none" strike="noStrike">
                <a:solidFill>
                  <a:srgbClr val="586E75"/>
                </a:solidFill>
                <a:effectLst/>
                <a:uFillTx/>
                <a:latin typeface="Consolas"/>
              </a:rPr>
              <a:t>int</a:t>
            </a:r>
            <a:r>
              <a:rPr lang="en-US" sz="1800" b="0" u="none" strike="noStrike">
                <a:solidFill>
                  <a:srgbClr val="657B83"/>
                </a:solidFill>
                <a:effectLst/>
                <a:uFillTx/>
                <a:latin typeface="Consolas"/>
              </a:rPr>
              <a:t> </a:t>
            </a:r>
            <a:r>
              <a:rPr lang="en-US" sz="1800" b="0" u="none" strike="noStrike">
                <a:solidFill>
                  <a:srgbClr val="268BD2"/>
                </a:solidFill>
                <a:effectLst/>
                <a:uFillTx/>
                <a:latin typeface="Consolas"/>
              </a:rPr>
              <a:t>main</a:t>
            </a:r>
            <a:r>
              <a:rPr lang="en-US" sz="1800" b="0" u="none" strike="noStrike">
                <a:solidFill>
                  <a:srgbClr val="657B83"/>
                </a:solidFill>
                <a:effectLst/>
                <a:uFillTx/>
                <a:latin typeface="Consolas"/>
              </a:rPr>
              <a:t>(</a:t>
            </a:r>
            <a:r>
              <a:rPr lang="en-US" sz="1800" b="1" u="none" strike="noStrike">
                <a:solidFill>
                  <a:srgbClr val="586E75"/>
                </a:solidFill>
                <a:effectLst/>
                <a:uFillTx/>
                <a:latin typeface="Consolas"/>
              </a:rPr>
              <a:t>void</a:t>
            </a: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defTabSz="914400">
              <a:lnSpc>
                <a:spcPct val="100000"/>
              </a:lnSpc>
            </a:pPr>
            <a:r>
              <a:rPr lang="en-US" sz="1800" b="0" u="none" strike="noStrike">
                <a:solidFill>
                  <a:srgbClr val="657B83"/>
                </a:solidFill>
                <a:effectLst/>
                <a:uFillTx/>
                <a:latin typeface="Consolas"/>
              </a:rPr>
              <a:t>{   </a:t>
            </a:r>
            <a:endParaRPr lang="en-US" sz="1800" b="0" u="none" strike="noStrike">
              <a:solidFill>
                <a:srgbClr val="000000"/>
              </a:solidFill>
              <a:effectLst/>
              <a:uFillTx/>
              <a:latin typeface="Arial"/>
            </a:endParaRPr>
          </a:p>
          <a:p>
            <a:pPr defTabSz="914400">
              <a:lnSpc>
                <a:spcPct val="100000"/>
              </a:lnSpc>
            </a:pPr>
            <a:r>
              <a:rPr lang="en-US" sz="1800" b="0" u="none" strike="noStrike">
                <a:solidFill>
                  <a:srgbClr val="657B83"/>
                </a:solidFill>
                <a:effectLst/>
                <a:uFillTx/>
                <a:latin typeface="Consolas"/>
              </a:rPr>
              <a:t>    </a:t>
            </a:r>
            <a:r>
              <a:rPr lang="en-US" sz="1800" b="1" u="none" strike="noStrike">
                <a:solidFill>
                  <a:srgbClr val="586E75"/>
                </a:solidFill>
                <a:effectLst/>
                <a:uFillTx/>
                <a:latin typeface="Consolas"/>
              </a:rPr>
              <a:t>int</a:t>
            </a:r>
            <a:r>
              <a:rPr lang="en-US" sz="1800" b="0" u="none" strike="noStrike">
                <a:solidFill>
                  <a:srgbClr val="657B83"/>
                </a:solidFill>
                <a:effectLst/>
                <a:uFillTx/>
                <a:latin typeface="Consolas"/>
              </a:rPr>
              <a:t> </a:t>
            </a:r>
            <a:r>
              <a:rPr lang="en-US" sz="1800" b="0" u="none" strike="noStrike">
                <a:solidFill>
                  <a:srgbClr val="268BD2"/>
                </a:solidFill>
                <a:effectLst/>
                <a:uFillTx/>
                <a:latin typeface="Consolas"/>
              </a:rPr>
              <a:t>a</a:t>
            </a:r>
            <a:r>
              <a:rPr lang="en-US" sz="1800" b="0" u="none" strike="noStrike">
                <a:solidFill>
                  <a:srgbClr val="657B83"/>
                </a:solidFill>
                <a:effectLst/>
                <a:uFillTx/>
                <a:latin typeface="Consolas"/>
              </a:rPr>
              <a:t> </a:t>
            </a:r>
            <a:r>
              <a:rPr lang="en-US" sz="1800" b="0" u="none" strike="noStrike">
                <a:solidFill>
                  <a:srgbClr val="859900"/>
                </a:solidFill>
                <a:effectLst/>
                <a:uFillTx/>
                <a:latin typeface="Consolas"/>
              </a:rPr>
              <a:t>=</a:t>
            </a:r>
            <a:r>
              <a:rPr lang="en-US" sz="1800" b="0" u="none" strike="noStrike">
                <a:solidFill>
                  <a:srgbClr val="657B83"/>
                </a:solidFill>
                <a:effectLst/>
                <a:uFillTx/>
                <a:latin typeface="Consolas"/>
              </a:rPr>
              <a:t> </a:t>
            </a:r>
            <a:r>
              <a:rPr lang="en-US" sz="1800" b="0" u="none" strike="noStrike">
                <a:solidFill>
                  <a:srgbClr val="D33682"/>
                </a:solidFill>
                <a:effectLst/>
                <a:uFillTx/>
                <a:latin typeface="Consolas"/>
              </a:rPr>
              <a:t>10</a:t>
            </a: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defTabSz="914400">
              <a:lnSpc>
                <a:spcPct val="100000"/>
              </a:lnSpc>
            </a:pPr>
            <a:r>
              <a:rPr lang="en-US" sz="1800" b="0" u="none" strike="noStrike">
                <a:solidFill>
                  <a:srgbClr val="657B83"/>
                </a:solidFill>
                <a:effectLst/>
                <a:uFillTx/>
                <a:latin typeface="Consolas"/>
              </a:rPr>
              <a:t>    </a:t>
            </a:r>
            <a:r>
              <a:rPr lang="en-US" sz="1800" b="0" u="none" strike="noStrike">
                <a:solidFill>
                  <a:srgbClr val="268BD2"/>
                </a:solidFill>
                <a:effectLst/>
                <a:uFillTx/>
                <a:latin typeface="Consolas"/>
              </a:rPr>
              <a:t>printf</a:t>
            </a:r>
            <a:r>
              <a:rPr lang="en-US" sz="1800" b="0" u="none" strike="noStrike">
                <a:solidFill>
                  <a:srgbClr val="657B83"/>
                </a:solidFill>
                <a:effectLst/>
                <a:uFillTx/>
                <a:latin typeface="Consolas"/>
              </a:rPr>
              <a:t>(</a:t>
            </a:r>
            <a:r>
              <a:rPr lang="en-US" sz="1800" b="0" u="none" strike="noStrike">
                <a:solidFill>
                  <a:srgbClr val="2AA198"/>
                </a:solidFill>
                <a:effectLst/>
                <a:uFillTx/>
                <a:latin typeface="Consolas"/>
              </a:rPr>
              <a:t>"Test WHILE loop&gt;&gt;</a:t>
            </a:r>
            <a:r>
              <a:rPr lang="en-US" sz="1800" b="0" u="none" strike="noStrike">
                <a:solidFill>
                  <a:srgbClr val="CB4B16"/>
                </a:solidFill>
                <a:effectLst/>
                <a:uFillTx/>
                <a:latin typeface="Consolas"/>
              </a:rPr>
              <a:t>\n</a:t>
            </a:r>
            <a:r>
              <a:rPr lang="en-US" sz="1800" b="0" u="none" strike="noStrike">
                <a:solidFill>
                  <a:srgbClr val="2AA198"/>
                </a:solidFill>
                <a:effectLst/>
                <a:uFillTx/>
                <a:latin typeface="Consolas"/>
              </a:rPr>
              <a:t>"</a:t>
            </a: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defTabSz="914400">
              <a:lnSpc>
                <a:spcPct val="100000"/>
              </a:lnSpc>
            </a:pPr>
            <a:r>
              <a:rPr lang="en-US" sz="1800" b="0" u="none" strike="noStrike">
                <a:solidFill>
                  <a:srgbClr val="657B83"/>
                </a:solidFill>
                <a:effectLst/>
                <a:uFillTx/>
                <a:latin typeface="Consolas"/>
              </a:rPr>
              <a:t>    </a:t>
            </a:r>
            <a:r>
              <a:rPr lang="en-US" sz="1800" b="0" u="none" strike="noStrike">
                <a:solidFill>
                  <a:srgbClr val="859900"/>
                </a:solidFill>
                <a:effectLst/>
                <a:uFillTx/>
                <a:latin typeface="Consolas"/>
              </a:rPr>
              <a:t>while</a:t>
            </a:r>
            <a:r>
              <a:rPr lang="en-US" sz="1800" b="0" u="none" strike="noStrike">
                <a:solidFill>
                  <a:srgbClr val="657B83"/>
                </a:solidFill>
                <a:effectLst/>
                <a:uFillTx/>
                <a:latin typeface="Consolas"/>
              </a:rPr>
              <a:t> (</a:t>
            </a:r>
            <a:r>
              <a:rPr lang="en-US" sz="1800" b="0" u="none" strike="noStrike">
                <a:solidFill>
                  <a:srgbClr val="268BD2"/>
                </a:solidFill>
                <a:effectLst/>
                <a:uFillTx/>
                <a:latin typeface="Consolas"/>
              </a:rPr>
              <a:t>a</a:t>
            </a: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defTabSz="914400">
              <a:lnSpc>
                <a:spcPct val="100000"/>
              </a:lnSpc>
            </a:pPr>
            <a:r>
              <a:rPr lang="en-US" sz="1800" b="0" u="none" strike="noStrike">
                <a:solidFill>
                  <a:srgbClr val="657B83"/>
                </a:solidFill>
                <a:effectLst/>
                <a:uFillTx/>
                <a:latin typeface="Consolas"/>
              </a:rPr>
              <a:t>    {</a:t>
            </a:r>
            <a:endParaRPr lang="en-US" sz="1800" b="0" u="none" strike="noStrike">
              <a:solidFill>
                <a:srgbClr val="000000"/>
              </a:solidFill>
              <a:effectLst/>
              <a:uFillTx/>
              <a:latin typeface="Arial"/>
            </a:endParaRPr>
          </a:p>
          <a:p>
            <a:pPr defTabSz="914400">
              <a:lnSpc>
                <a:spcPct val="100000"/>
              </a:lnSpc>
            </a:pPr>
            <a:r>
              <a:rPr lang="en-US" sz="1800" b="0" u="none" strike="noStrike">
                <a:solidFill>
                  <a:srgbClr val="657B83"/>
                </a:solidFill>
                <a:effectLst/>
                <a:uFillTx/>
                <a:latin typeface="Consolas"/>
              </a:rPr>
              <a:t>        </a:t>
            </a:r>
            <a:r>
              <a:rPr lang="en-US" sz="1800" b="0" u="none" strike="noStrike">
                <a:solidFill>
                  <a:srgbClr val="268BD2"/>
                </a:solidFill>
                <a:effectLst/>
                <a:uFillTx/>
                <a:latin typeface="Consolas"/>
              </a:rPr>
              <a:t>printf</a:t>
            </a:r>
            <a:r>
              <a:rPr lang="en-US" sz="1800" b="0" u="none" strike="noStrike">
                <a:solidFill>
                  <a:srgbClr val="657B83"/>
                </a:solidFill>
                <a:effectLst/>
                <a:uFillTx/>
                <a:latin typeface="Consolas"/>
              </a:rPr>
              <a:t>(</a:t>
            </a:r>
            <a:r>
              <a:rPr lang="en-US" sz="1800" b="0" u="none" strike="noStrike">
                <a:solidFill>
                  <a:srgbClr val="2AA198"/>
                </a:solidFill>
                <a:effectLst/>
                <a:uFillTx/>
                <a:latin typeface="Consolas"/>
              </a:rPr>
              <a:t>"value of a is </a:t>
            </a:r>
            <a:r>
              <a:rPr lang="en-US" sz="1800" b="0" u="none" strike="noStrike">
                <a:solidFill>
                  <a:srgbClr val="CB4B16"/>
                </a:solidFill>
                <a:effectLst/>
                <a:uFillTx/>
                <a:latin typeface="Consolas"/>
              </a:rPr>
              <a:t>%i</a:t>
            </a:r>
            <a:r>
              <a:rPr lang="en-US" sz="1800" b="0" u="none" strike="noStrike">
                <a:solidFill>
                  <a:srgbClr val="2AA198"/>
                </a:solidFill>
                <a:effectLst/>
                <a:uFillTx/>
                <a:latin typeface="Consolas"/>
              </a:rPr>
              <a:t>.</a:t>
            </a:r>
            <a:r>
              <a:rPr lang="en-US" sz="1800" b="0" u="none" strike="noStrike">
                <a:solidFill>
                  <a:srgbClr val="CB4B16"/>
                </a:solidFill>
                <a:effectLst/>
                <a:uFillTx/>
                <a:latin typeface="Consolas"/>
              </a:rPr>
              <a:t>\n</a:t>
            </a:r>
            <a:r>
              <a:rPr lang="en-US" sz="1800" b="0" u="none" strike="noStrike">
                <a:solidFill>
                  <a:srgbClr val="2AA198"/>
                </a:solidFill>
                <a:effectLst/>
                <a:uFillTx/>
                <a:latin typeface="Consolas"/>
              </a:rPr>
              <a:t>"</a:t>
            </a:r>
            <a:r>
              <a:rPr lang="en-US" sz="1800" b="0" u="none" strike="noStrike">
                <a:solidFill>
                  <a:srgbClr val="657B83"/>
                </a:solidFill>
                <a:effectLst/>
                <a:uFillTx/>
                <a:latin typeface="Consolas"/>
              </a:rPr>
              <a:t>,</a:t>
            </a:r>
            <a:r>
              <a:rPr lang="en-US" sz="1800" b="0" u="none" strike="noStrike">
                <a:solidFill>
                  <a:srgbClr val="268BD2"/>
                </a:solidFill>
                <a:effectLst/>
                <a:uFillTx/>
                <a:latin typeface="Consolas"/>
              </a:rPr>
              <a:t>a</a:t>
            </a: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defTabSz="914400">
              <a:lnSpc>
                <a:spcPct val="100000"/>
              </a:lnSpc>
            </a:pPr>
            <a:r>
              <a:rPr lang="en-US" sz="1800" b="0" u="none" strike="noStrike">
                <a:solidFill>
                  <a:srgbClr val="657B83"/>
                </a:solidFill>
                <a:effectLst/>
                <a:uFillTx/>
                <a:latin typeface="Consolas"/>
              </a:rPr>
              <a:t>        </a:t>
            </a:r>
            <a:r>
              <a:rPr lang="en-US" sz="1800" b="0" u="none" strike="noStrike">
                <a:solidFill>
                  <a:srgbClr val="268BD2"/>
                </a:solidFill>
                <a:effectLst/>
                <a:uFillTx/>
                <a:latin typeface="Consolas"/>
              </a:rPr>
              <a:t>a</a:t>
            </a:r>
            <a:r>
              <a:rPr lang="en-US" sz="1800" b="0" u="none" strike="noStrike">
                <a:solidFill>
                  <a:srgbClr val="859900"/>
                </a:solidFill>
                <a:effectLst/>
                <a:uFillTx/>
                <a:latin typeface="Consolas"/>
              </a:rPr>
              <a:t>--</a:t>
            </a:r>
            <a:r>
              <a:rPr lang="en-US" sz="1800" b="0" u="none" strike="noStrike">
                <a:solidFill>
                  <a:srgbClr val="657B83"/>
                </a:solidFill>
                <a:effectLst/>
                <a:uFillTx/>
                <a:latin typeface="Consolas"/>
              </a:rPr>
              <a:t>;</a:t>
            </a:r>
            <a:r>
              <a:rPr lang="en-US" sz="1800" b="0" i="1" u="none" strike="noStrike">
                <a:solidFill>
                  <a:srgbClr val="93A1A1"/>
                </a:solidFill>
                <a:effectLst/>
                <a:uFillTx/>
                <a:latin typeface="Consolas"/>
              </a:rPr>
              <a:t> // same as a = a - 1; and a-=1;</a:t>
            </a:r>
            <a:endParaRPr lang="en-US" sz="1800" b="0" u="none" strike="noStrike">
              <a:solidFill>
                <a:srgbClr val="000000"/>
              </a:solidFill>
              <a:effectLst/>
              <a:uFillTx/>
              <a:latin typeface="Arial"/>
            </a:endParaRPr>
          </a:p>
          <a:p>
            <a:pPr defTabSz="914400">
              <a:lnSpc>
                <a:spcPct val="100000"/>
              </a:lnSpc>
            </a:pPr>
            <a:r>
              <a:rPr lang="en-US" sz="1800" b="0" u="none" strike="noStrike">
                <a:solidFill>
                  <a:srgbClr val="657B83"/>
                </a:solidFill>
                <a:effectLst/>
                <a:uFillTx/>
                <a:latin typeface="Consolas"/>
              </a:rPr>
              <a:t>    }</a:t>
            </a:r>
            <a:endParaRPr lang="en-US" sz="1800" b="0" u="none" strike="noStrike">
              <a:solidFill>
                <a:srgbClr val="000000"/>
              </a:solidFill>
              <a:effectLst/>
              <a:uFillTx/>
              <a:latin typeface="Arial"/>
            </a:endParaRPr>
          </a:p>
          <a:p>
            <a:pPr defTabSz="914400">
              <a:lnSpc>
                <a:spcPct val="100000"/>
              </a:lnSpc>
            </a:pP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013"/>
                                        </p:tgtEl>
                                        <p:attrNameLst>
                                          <p:attrName>style.visibility</p:attrName>
                                        </p:attrNameLst>
                                      </p:cBhvr>
                                      <p:to>
                                        <p:strVal val="visible"/>
                                      </p:to>
                                    </p:set>
                                  </p:childTnLst>
                                </p:cTn>
                              </p:par>
                              <p:par>
                                <p:cTn id="7" presetID="1" presetClass="entr" fill="hold" nodeType="withEffect">
                                  <p:stCondLst>
                                    <p:cond delay="0"/>
                                  </p:stCondLst>
                                  <p:childTnLst>
                                    <p:set>
                                      <p:cBhvr>
                                        <p:cTn id="8" dur="1" fill="hold">
                                          <p:stCondLst>
                                            <p:cond delay="0"/>
                                          </p:stCondLst>
                                        </p:cTn>
                                        <p:tgtEl>
                                          <p:spTgt spid="1012"/>
                                        </p:tgtEl>
                                        <p:attrNameLst>
                                          <p:attrName>style.visibility</p:attrName>
                                        </p:attrNameLst>
                                      </p:cBhvr>
                                      <p:to>
                                        <p:strVal val="visible"/>
                                      </p:to>
                                    </p:set>
                                  </p:childTnLst>
                                </p:cTn>
                              </p:par>
                              <p:par>
                                <p:cTn id="9" presetID="1" presetClass="entr" fill="hold" nodeType="withEffect">
                                  <p:stCondLst>
                                    <p:cond delay="0"/>
                                  </p:stCondLst>
                                  <p:childTnLst>
                                    <p:set>
                                      <p:cBhvr>
                                        <p:cTn id="10" dur="1" fill="hold">
                                          <p:stCondLst>
                                            <p:cond delay="0"/>
                                          </p:stCondLst>
                                        </p:cTn>
                                        <p:tgtEl>
                                          <p:spTgt spid="1011">
                                            <p:txEl>
                                              <p:pRg st="0" end="0"/>
                                            </p:txEl>
                                          </p:spTgt>
                                        </p:tgtEl>
                                        <p:attrNameLst>
                                          <p:attrName>style.visibility</p:attrName>
                                        </p:attrNameLst>
                                      </p:cBhvr>
                                      <p:to>
                                        <p:strVal val="visible"/>
                                      </p:to>
                                    </p:set>
                                  </p:childTnLst>
                                </p:cTn>
                              </p:par>
                              <p:par>
                                <p:cTn id="11" presetID="1" presetClass="entr" fill="hold" nodeType="withEffect">
                                  <p:stCondLst>
                                    <p:cond delay="0"/>
                                  </p:stCondLst>
                                  <p:childTnLst>
                                    <p:set>
                                      <p:cBhvr>
                                        <p:cTn id="12" dur="1" fill="hold">
                                          <p:stCondLst>
                                            <p:cond delay="0"/>
                                          </p:stCondLst>
                                        </p:cTn>
                                        <p:tgtEl>
                                          <p:spTgt spid="101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fill="hold" nodeType="clickEffect">
                                  <p:stCondLst>
                                    <p:cond delay="0"/>
                                  </p:stCondLst>
                                  <p:childTnLst>
                                    <p:set>
                                      <p:cBhvr>
                                        <p:cTn id="16" dur="1" fill="hold">
                                          <p:stCondLst>
                                            <p:cond delay="0"/>
                                          </p:stCondLst>
                                        </p:cTn>
                                        <p:tgtEl>
                                          <p:spTgt spid="10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1015" name="PlaceHolder 1"/>
          <p:cNvSpPr>
            <a:spLocks noGrp="1"/>
          </p:cNvSpPr>
          <p:nvPr>
            <p:ph type="title" hasCustomPrompt="1"/>
          </p:nvPr>
        </p:nvSpPr>
        <p:spPr>
          <a:xfrm>
            <a:off x="587520" y="359280"/>
            <a:ext cx="6180120" cy="1621080"/>
          </a:xfrm>
          <a:prstGeom prst="rect">
            <a:avLst/>
          </a:prstGeom>
          <a:noFill/>
          <a:ln w="0">
            <a:noFill/>
          </a:ln>
        </p:spPr>
        <p:txBody>
          <a:bodyPr lIns="0" tIns="191880" rIns="0" bIns="0" anchor="t">
            <a:noAutofit/>
          </a:bodyPr>
          <a:lstStyle/>
          <a:p>
            <a:pPr indent="0" algn="l" defTabSz="914400">
              <a:lnSpc>
                <a:spcPct val="100000"/>
              </a:lnSpc>
              <a:buNone/>
            </a:pPr>
            <a:r>
              <a:rPr lang="en-US" sz="3600" b="1" u="none" strike="noStrike" spc="300">
                <a:solidFill>
                  <a:schemeClr val="dk1"/>
                </a:solidFill>
                <a:effectLst/>
                <a:uFillTx/>
                <a:latin typeface="Consolas"/>
              </a:rPr>
              <a:t>Opgave: loops1</a:t>
            </a:r>
          </a:p>
        </p:txBody>
      </p:sp>
      <p:sp>
        <p:nvSpPr>
          <p:cNvPr id="1016" name="PlaceHolder 2"/>
          <p:cNvSpPr>
            <a:spLocks noGrp="1"/>
          </p:cNvSpPr>
          <p:nvPr>
            <p:ph hasCustomPrompt="1"/>
          </p:nvPr>
        </p:nvSpPr>
        <p:spPr>
          <a:xfrm>
            <a:off x="654120" y="1447920"/>
            <a:ext cx="9833760" cy="3751920"/>
          </a:xfrm>
          <a:prstGeom prst="rect">
            <a:avLst/>
          </a:prstGeom>
          <a:noFill/>
          <a:ln w="0">
            <a:noFill/>
          </a:ln>
        </p:spPr>
        <p:txBody>
          <a:bodyPr lIns="0" tIns="45720" rIns="0" bIns="45720" anchor="t">
            <a:noAutofit/>
          </a:bodyPr>
          <a:lstStyle/>
          <a:p>
            <a:pPr indent="0" algn="l" defTabSz="914400">
              <a:lnSpc>
                <a:spcPct val="100000"/>
              </a:lnSpc>
              <a:spcBef>
                <a:spcPts val="601"/>
              </a:spcBef>
              <a:buNone/>
              <a:tabLst>
                <a:tab pos="0" algn="l"/>
              </a:tabLst>
            </a:pPr>
            <a:r>
              <a:rPr lang="da-DK" sz="1600" b="0" u="none" strike="noStrike">
                <a:solidFill>
                  <a:schemeClr val="dk1"/>
                </a:solidFill>
                <a:effectLst/>
                <a:uFillTx/>
                <a:latin typeface="Consolas"/>
              </a:rPr>
              <a:t>Omskriv programmet herunder (eller find filen ‘loops1.c’), så det benytter en </a:t>
            </a:r>
            <a:r>
              <a:rPr lang="da-DK" sz="1600" b="0" u="none" strike="noStrike">
                <a:solidFill>
                  <a:schemeClr val="dk1"/>
                </a:solidFill>
                <a:effectLst/>
                <a:highlight>
                  <a:srgbClr val="FFFF00"/>
                </a:highlight>
                <a:uFillTx/>
                <a:latin typeface="Consolas"/>
              </a:rPr>
              <a:t>while</a:t>
            </a:r>
            <a:r>
              <a:rPr lang="da-DK" sz="1600" b="0" u="none" strike="noStrike">
                <a:solidFill>
                  <a:schemeClr val="dk1"/>
                </a:solidFill>
                <a:effectLst/>
                <a:uFillTx/>
                <a:latin typeface="Consolas"/>
              </a:rPr>
              <a:t> loop i stedet for et </a:t>
            </a:r>
            <a:r>
              <a:rPr lang="da-DK" sz="1600" b="0" u="none" strike="noStrike">
                <a:solidFill>
                  <a:schemeClr val="dk1"/>
                </a:solidFill>
                <a:effectLst/>
                <a:highlight>
                  <a:srgbClr val="FFFF00"/>
                </a:highlight>
                <a:uFillTx/>
                <a:latin typeface="Consolas"/>
              </a:rPr>
              <a:t>for</a:t>
            </a:r>
            <a:r>
              <a:rPr lang="da-DK" sz="1600" b="0" u="none" strike="noStrike">
                <a:solidFill>
                  <a:schemeClr val="dk1"/>
                </a:solidFill>
                <a:effectLst/>
                <a:uFillTx/>
                <a:latin typeface="Consolas"/>
              </a:rPr>
              <a:t> loop.</a:t>
            </a:r>
            <a:endParaRPr lang="en-US" sz="1600" b="0" u="none" strike="noStrike">
              <a:solidFill>
                <a:schemeClr val="dk1"/>
              </a:solidFill>
              <a:effectLst/>
              <a:uFillTx/>
              <a:latin typeface="Consolas"/>
            </a:endParaRPr>
          </a:p>
          <a:p>
            <a:pPr marL="285840" indent="-285840" algn="l" defTabSz="914400">
              <a:lnSpc>
                <a:spcPct val="100000"/>
              </a:lnSpc>
              <a:spcBef>
                <a:spcPts val="601"/>
              </a:spcBef>
              <a:buSzPct val="100051"/>
              <a:buBlip>
                <a:blip r:embed="rId2"/>
              </a:buBlip>
              <a:tabLst>
                <a:tab pos="0" algn="l"/>
              </a:tabLst>
            </a:pPr>
            <a:r>
              <a:rPr lang="da-DK" sz="1600" b="0" u="none" strike="noStrike">
                <a:solidFill>
                  <a:schemeClr val="dk1"/>
                </a:solidFill>
                <a:effectLst/>
                <a:uFillTx/>
                <a:latin typeface="Consolas"/>
              </a:rPr>
              <a:t>Output skal forblive uændret</a:t>
            </a:r>
            <a:endParaRPr lang="en-US" sz="1600" b="0" u="none" strike="noStrike">
              <a:solidFill>
                <a:schemeClr val="dk1"/>
              </a:solidFill>
              <a:effectLst/>
              <a:uFillTx/>
              <a:latin typeface="Consolas"/>
            </a:endParaRPr>
          </a:p>
          <a:p>
            <a:pPr marL="285840" indent="-285840" algn="l" defTabSz="914400">
              <a:lnSpc>
                <a:spcPct val="100000"/>
              </a:lnSpc>
              <a:spcBef>
                <a:spcPts val="601"/>
              </a:spcBef>
              <a:buSzPct val="100051"/>
              <a:buBlip>
                <a:blip r:embed="rId2"/>
              </a:buBlip>
              <a:tabLst>
                <a:tab pos="0" algn="l"/>
              </a:tabLst>
            </a:pPr>
            <a:r>
              <a:rPr lang="da-DK" sz="1600" b="0" u="none" strike="noStrike">
                <a:solidFill>
                  <a:schemeClr val="dk1"/>
                </a:solidFill>
                <a:effectLst/>
                <a:uFillTx/>
                <a:latin typeface="Consolas"/>
              </a:rPr>
              <a:t>Hvad er første og sidste værdi den printer ud?</a:t>
            </a: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r>
              <a:rPr lang="da-DK" sz="1600" b="1" u="none" strike="noStrike">
                <a:solidFill>
                  <a:schemeClr val="dk1"/>
                </a:solidFill>
                <a:effectLst/>
                <a:uFillTx/>
                <a:latin typeface="Consolas"/>
              </a:rPr>
              <a:t>Fremgangsmåde:</a:t>
            </a:r>
            <a:endParaRPr lang="en-US" sz="1600" b="0" u="none" strike="noStrike">
              <a:solidFill>
                <a:schemeClr val="dk1"/>
              </a:solidFill>
              <a:effectLst/>
              <a:uFillTx/>
              <a:latin typeface="Consolas"/>
            </a:endParaRPr>
          </a:p>
          <a:p>
            <a:pPr marL="343080" indent="-343080" algn="l" defTabSz="914400">
              <a:lnSpc>
                <a:spcPct val="100000"/>
              </a:lnSpc>
              <a:spcBef>
                <a:spcPts val="601"/>
              </a:spcBef>
              <a:buSzPct val="100051"/>
              <a:buBlip>
                <a:blip r:embed="rId2"/>
              </a:buBlip>
              <a:tabLst>
                <a:tab pos="0" algn="l"/>
              </a:tabLst>
            </a:pPr>
            <a:r>
              <a:rPr lang="da-DK" sz="1600" b="0" u="none" strike="noStrike">
                <a:solidFill>
                  <a:schemeClr val="dk1"/>
                </a:solidFill>
                <a:effectLst/>
                <a:uFillTx/>
                <a:latin typeface="Consolas"/>
              </a:rPr>
              <a:t>Definer int a = 10 udenfor loopet</a:t>
            </a:r>
            <a:endParaRPr lang="en-US" sz="1600" b="0" u="none" strike="noStrike">
              <a:solidFill>
                <a:schemeClr val="dk1"/>
              </a:solidFill>
              <a:effectLst/>
              <a:uFillTx/>
              <a:latin typeface="Consolas"/>
            </a:endParaRPr>
          </a:p>
          <a:p>
            <a:pPr marL="343080" indent="-343080" algn="l" defTabSz="914400">
              <a:lnSpc>
                <a:spcPct val="100000"/>
              </a:lnSpc>
              <a:spcBef>
                <a:spcPts val="601"/>
              </a:spcBef>
              <a:buSzPct val="100051"/>
              <a:buBlip>
                <a:blip r:embed="rId2"/>
              </a:buBlip>
              <a:tabLst>
                <a:tab pos="0" algn="l"/>
              </a:tabLst>
            </a:pPr>
            <a:r>
              <a:rPr lang="da-DK" sz="1600" b="0" u="none" strike="noStrike">
                <a:solidFill>
                  <a:schemeClr val="dk1"/>
                </a:solidFill>
                <a:effectLst/>
                <a:uFillTx/>
                <a:latin typeface="Consolas"/>
              </a:rPr>
              <a:t>Flyt interations-steppet sidst i codeblocken (a++)</a:t>
            </a:r>
            <a:endParaRPr lang="en-US" sz="1600" b="0" u="none" strike="noStrike">
              <a:solidFill>
                <a:schemeClr val="dk1"/>
              </a:solidFill>
              <a:effectLst/>
              <a:uFillTx/>
              <a:latin typeface="Consolas"/>
            </a:endParaRPr>
          </a:p>
          <a:p>
            <a:pPr marL="343080" indent="-343080" algn="l" defTabSz="914400">
              <a:lnSpc>
                <a:spcPct val="100000"/>
              </a:lnSpc>
              <a:spcBef>
                <a:spcPts val="601"/>
              </a:spcBef>
              <a:buSzPct val="100051"/>
              <a:buBlip>
                <a:blip r:embed="rId2"/>
              </a:buBlip>
              <a:tabLst>
                <a:tab pos="0" algn="l"/>
              </a:tabLst>
            </a:pPr>
            <a:r>
              <a:rPr lang="da-DK" sz="1600" b="0" u="none" strike="noStrike">
                <a:solidFill>
                  <a:schemeClr val="dk1"/>
                </a:solidFill>
                <a:effectLst/>
                <a:uFillTx/>
                <a:latin typeface="Consolas"/>
              </a:rPr>
              <a:t>Kør programmet</a:t>
            </a:r>
            <a:endParaRPr lang="en-US" sz="1600" b="0" u="none" strike="noStrike">
              <a:solidFill>
                <a:schemeClr val="dk1"/>
              </a:solidFill>
              <a:effectLst/>
              <a:uFillTx/>
              <a:latin typeface="Consolas"/>
            </a:endParaRPr>
          </a:p>
        </p:txBody>
      </p:sp>
      <p:sp>
        <p:nvSpPr>
          <p:cNvPr id="1017" name="TextBox 4"/>
          <p:cNvSpPr/>
          <p:nvPr/>
        </p:nvSpPr>
        <p:spPr>
          <a:xfrm>
            <a:off x="7661880" y="2931480"/>
            <a:ext cx="3875400" cy="1753920"/>
          </a:xfrm>
          <a:prstGeom prst="rect">
            <a:avLst/>
          </a:prstGeom>
          <a:solidFill>
            <a:schemeClr val="accent4">
              <a:lumMod val="40000"/>
              <a:lumOff val="60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200" b="0" u="none" strike="noStrike">
                <a:solidFill>
                  <a:srgbClr val="859900"/>
                </a:solidFill>
                <a:effectLst/>
                <a:uFillTx/>
                <a:latin typeface="Consolas"/>
              </a:rPr>
              <a:t>#include</a:t>
            </a:r>
            <a:r>
              <a:rPr lang="en-US" sz="1200" b="0" u="none" strike="noStrike">
                <a:solidFill>
                  <a:srgbClr val="B58900"/>
                </a:solidFill>
                <a:effectLst/>
                <a:uFillTx/>
                <a:latin typeface="Consolas"/>
              </a:rPr>
              <a:t> </a:t>
            </a:r>
            <a:r>
              <a:rPr lang="en-US" sz="1200" b="0" u="none" strike="noStrike">
                <a:solidFill>
                  <a:srgbClr val="2AA198"/>
                </a:solidFill>
                <a:effectLst/>
                <a:uFillTx/>
                <a:latin typeface="Consolas"/>
              </a:rPr>
              <a:t>&lt;stdio.h&gt;</a:t>
            </a:r>
            <a:endParaRPr lang="en-US" sz="1200" b="0" u="none" strike="noStrike">
              <a:solidFill>
                <a:srgbClr val="000000"/>
              </a:solidFill>
              <a:effectLst/>
              <a:uFillTx/>
              <a:latin typeface="Arial"/>
            </a:endParaRPr>
          </a:p>
          <a:p>
            <a:pPr defTabSz="914400">
              <a:lnSpc>
                <a:spcPct val="100000"/>
              </a:lnSpc>
            </a:pPr>
            <a:br>
              <a:rPr sz="1200"/>
            </a:br>
            <a:r>
              <a:rPr lang="en-US" sz="1200" b="1" u="none" strike="noStrike">
                <a:solidFill>
                  <a:srgbClr val="586E75"/>
                </a:solidFill>
                <a:effectLst/>
                <a:uFillTx/>
                <a:latin typeface="Consolas"/>
              </a:rPr>
              <a:t>int</a:t>
            </a:r>
            <a:r>
              <a:rPr lang="en-US" sz="1200" b="0" u="none" strike="noStrike">
                <a:solidFill>
                  <a:srgbClr val="657B83"/>
                </a:solidFill>
                <a:effectLst/>
                <a:uFillTx/>
                <a:latin typeface="Consolas"/>
              </a:rPr>
              <a:t> </a:t>
            </a:r>
            <a:r>
              <a:rPr lang="en-US" sz="1200" b="0" u="none" strike="noStrike">
                <a:solidFill>
                  <a:srgbClr val="268BD2"/>
                </a:solidFill>
                <a:effectLst/>
                <a:uFillTx/>
                <a:latin typeface="Consolas"/>
              </a:rPr>
              <a:t>main</a:t>
            </a:r>
            <a:r>
              <a:rPr lang="en-US" sz="1200" b="0" u="none" strike="noStrike">
                <a:solidFill>
                  <a:srgbClr val="657B83"/>
                </a:solidFill>
                <a:effectLst/>
                <a:uFillTx/>
                <a:latin typeface="Consolas"/>
              </a:rPr>
              <a:t>() {</a:t>
            </a:r>
            <a:endParaRPr lang="en-US" sz="1200" b="0" u="none" strike="noStrike">
              <a:solidFill>
                <a:srgbClr val="000000"/>
              </a:solidFill>
              <a:effectLst/>
              <a:uFillTx/>
              <a:latin typeface="Arial"/>
            </a:endParaRPr>
          </a:p>
          <a:p>
            <a:pPr defTabSz="914400">
              <a:lnSpc>
                <a:spcPct val="100000"/>
              </a:lnSpc>
            </a:pPr>
            <a:r>
              <a:rPr lang="en-US" sz="1200" b="0" u="none" strike="noStrike">
                <a:solidFill>
                  <a:srgbClr val="657B83"/>
                </a:solidFill>
                <a:effectLst/>
                <a:uFillTx/>
                <a:latin typeface="Consolas"/>
              </a:rPr>
              <a:t>    </a:t>
            </a:r>
            <a:r>
              <a:rPr lang="en-US" sz="1200" b="0" u="none" strike="noStrike">
                <a:solidFill>
                  <a:srgbClr val="859900"/>
                </a:solidFill>
                <a:effectLst/>
                <a:uFillTx/>
                <a:latin typeface="Consolas"/>
              </a:rPr>
              <a:t>for</a:t>
            </a:r>
            <a:r>
              <a:rPr lang="en-US" sz="1200" b="0" u="none" strike="noStrike">
                <a:solidFill>
                  <a:srgbClr val="657B83"/>
                </a:solidFill>
                <a:effectLst/>
                <a:uFillTx/>
                <a:latin typeface="Consolas"/>
              </a:rPr>
              <a:t> (</a:t>
            </a:r>
            <a:r>
              <a:rPr lang="en-US" sz="1200" b="1" u="none" strike="noStrike">
                <a:solidFill>
                  <a:srgbClr val="586E75"/>
                </a:solidFill>
                <a:effectLst/>
                <a:uFillTx/>
                <a:latin typeface="Consolas"/>
              </a:rPr>
              <a:t>int</a:t>
            </a:r>
            <a:r>
              <a:rPr lang="en-US" sz="1200" b="0" u="none" strike="noStrike">
                <a:solidFill>
                  <a:srgbClr val="657B83"/>
                </a:solidFill>
                <a:effectLst/>
                <a:uFillTx/>
                <a:latin typeface="Consolas"/>
              </a:rPr>
              <a:t> a </a:t>
            </a:r>
            <a:r>
              <a:rPr lang="en-US" sz="1200" b="0" u="none" strike="noStrike">
                <a:solidFill>
                  <a:srgbClr val="859900"/>
                </a:solidFill>
                <a:effectLst/>
                <a:uFillTx/>
                <a:latin typeface="Consolas"/>
              </a:rPr>
              <a:t>=</a:t>
            </a:r>
            <a:r>
              <a:rPr lang="en-US" sz="1200" b="0" u="none" strike="noStrike">
                <a:solidFill>
                  <a:srgbClr val="657B83"/>
                </a:solidFill>
                <a:effectLst/>
                <a:uFillTx/>
                <a:latin typeface="Consolas"/>
              </a:rPr>
              <a:t> </a:t>
            </a:r>
            <a:r>
              <a:rPr lang="en-US" sz="1200" b="0" u="none" strike="noStrike">
                <a:solidFill>
                  <a:srgbClr val="D33682"/>
                </a:solidFill>
                <a:effectLst/>
                <a:uFillTx/>
                <a:latin typeface="Consolas"/>
              </a:rPr>
              <a:t>10</a:t>
            </a:r>
            <a:r>
              <a:rPr lang="en-US" sz="1200" b="0" u="none" strike="noStrike">
                <a:solidFill>
                  <a:srgbClr val="657B83"/>
                </a:solidFill>
                <a:effectLst/>
                <a:uFillTx/>
                <a:latin typeface="Consolas"/>
              </a:rPr>
              <a:t>; a </a:t>
            </a:r>
            <a:r>
              <a:rPr lang="en-US" sz="1200" b="0" u="none" strike="noStrike">
                <a:solidFill>
                  <a:srgbClr val="859900"/>
                </a:solidFill>
                <a:effectLst/>
                <a:uFillTx/>
                <a:latin typeface="Consolas"/>
              </a:rPr>
              <a:t>&lt;=</a:t>
            </a:r>
            <a:r>
              <a:rPr lang="en-US" sz="1200" b="0" u="none" strike="noStrike">
                <a:solidFill>
                  <a:srgbClr val="657B83"/>
                </a:solidFill>
                <a:effectLst/>
                <a:uFillTx/>
                <a:latin typeface="Consolas"/>
              </a:rPr>
              <a:t> </a:t>
            </a:r>
            <a:r>
              <a:rPr lang="en-US" sz="1200" b="0" u="none" strike="noStrike">
                <a:solidFill>
                  <a:srgbClr val="D33682"/>
                </a:solidFill>
                <a:effectLst/>
                <a:uFillTx/>
                <a:latin typeface="Consolas"/>
              </a:rPr>
              <a:t>20</a:t>
            </a:r>
            <a:r>
              <a:rPr lang="en-US" sz="1200" b="0" u="none" strike="noStrike">
                <a:solidFill>
                  <a:srgbClr val="657B83"/>
                </a:solidFill>
                <a:effectLst/>
                <a:uFillTx/>
                <a:latin typeface="Consolas"/>
              </a:rPr>
              <a:t>; a</a:t>
            </a:r>
            <a:r>
              <a:rPr lang="en-US" sz="1200" b="0" u="none" strike="noStrike">
                <a:solidFill>
                  <a:srgbClr val="859900"/>
                </a:solidFill>
                <a:effectLst/>
                <a:uFillTx/>
                <a:latin typeface="Consolas"/>
              </a:rPr>
              <a:t>++</a:t>
            </a:r>
            <a:r>
              <a:rPr lang="en-US" sz="1200" b="0" u="none" strike="noStrike">
                <a:solidFill>
                  <a:srgbClr val="657B83"/>
                </a:solidFill>
                <a:effectLst/>
                <a:uFillTx/>
                <a:latin typeface="Consolas"/>
              </a:rPr>
              <a:t>) {</a:t>
            </a:r>
            <a:endParaRPr lang="en-US" sz="1200" b="0" u="none" strike="noStrike">
              <a:solidFill>
                <a:srgbClr val="000000"/>
              </a:solidFill>
              <a:effectLst/>
              <a:uFillTx/>
              <a:latin typeface="Arial"/>
            </a:endParaRPr>
          </a:p>
          <a:p>
            <a:pPr defTabSz="914400">
              <a:lnSpc>
                <a:spcPct val="100000"/>
              </a:lnSpc>
            </a:pPr>
            <a:r>
              <a:rPr lang="en-US" sz="1200" b="0" u="none" strike="noStrike">
                <a:solidFill>
                  <a:srgbClr val="657B83"/>
                </a:solidFill>
                <a:effectLst/>
                <a:uFillTx/>
                <a:latin typeface="Consolas"/>
              </a:rPr>
              <a:t>        </a:t>
            </a:r>
            <a:r>
              <a:rPr lang="en-US" sz="1200" b="0" u="none" strike="noStrike">
                <a:solidFill>
                  <a:srgbClr val="268BD2"/>
                </a:solidFill>
                <a:effectLst/>
                <a:uFillTx/>
                <a:latin typeface="Consolas"/>
              </a:rPr>
              <a:t>printf</a:t>
            </a:r>
            <a:r>
              <a:rPr lang="en-US" sz="1200" b="0" u="none" strike="noStrike">
                <a:solidFill>
                  <a:srgbClr val="657B83"/>
                </a:solidFill>
                <a:effectLst/>
                <a:uFillTx/>
                <a:latin typeface="Consolas"/>
              </a:rPr>
              <a:t>(</a:t>
            </a:r>
            <a:r>
              <a:rPr lang="en-US" sz="1200" b="0" u="none" strike="noStrike">
                <a:solidFill>
                  <a:srgbClr val="2AA198"/>
                </a:solidFill>
                <a:effectLst/>
                <a:uFillTx/>
                <a:latin typeface="Consolas"/>
              </a:rPr>
              <a:t>"value of a: </a:t>
            </a:r>
            <a:r>
              <a:rPr lang="en-US" sz="1200" b="0" u="none" strike="noStrike">
                <a:solidFill>
                  <a:srgbClr val="CB4B16"/>
                </a:solidFill>
                <a:effectLst/>
                <a:uFillTx/>
                <a:latin typeface="Consolas"/>
              </a:rPr>
              <a:t>%d\n</a:t>
            </a:r>
            <a:r>
              <a:rPr lang="en-US" sz="1200" b="0" u="none" strike="noStrike">
                <a:solidFill>
                  <a:srgbClr val="2AA198"/>
                </a:solidFill>
                <a:effectLst/>
                <a:uFillTx/>
                <a:latin typeface="Consolas"/>
              </a:rPr>
              <a:t>"</a:t>
            </a:r>
            <a:r>
              <a:rPr lang="en-US" sz="1200" b="0" u="none" strike="noStrike">
                <a:solidFill>
                  <a:srgbClr val="657B83"/>
                </a:solidFill>
                <a:effectLst/>
                <a:uFillTx/>
                <a:latin typeface="Consolas"/>
              </a:rPr>
              <a:t>, a);</a:t>
            </a:r>
            <a:endParaRPr lang="en-US" sz="1200" b="0" u="none" strike="noStrike">
              <a:solidFill>
                <a:srgbClr val="000000"/>
              </a:solidFill>
              <a:effectLst/>
              <a:uFillTx/>
              <a:latin typeface="Arial"/>
            </a:endParaRPr>
          </a:p>
          <a:p>
            <a:pPr defTabSz="914400">
              <a:lnSpc>
                <a:spcPct val="100000"/>
              </a:lnSpc>
            </a:pPr>
            <a:r>
              <a:rPr lang="en-US" sz="1200" b="0" u="none" strike="noStrike">
                <a:solidFill>
                  <a:srgbClr val="657B83"/>
                </a:solidFill>
                <a:effectLst/>
                <a:uFillTx/>
                <a:latin typeface="Consolas"/>
              </a:rPr>
              <a:t>    }</a:t>
            </a:r>
            <a:endParaRPr lang="en-US" sz="1200" b="0" u="none" strike="noStrike">
              <a:solidFill>
                <a:srgbClr val="000000"/>
              </a:solidFill>
              <a:effectLst/>
              <a:uFillTx/>
              <a:latin typeface="Arial"/>
            </a:endParaRPr>
          </a:p>
          <a:p>
            <a:pPr defTabSz="914400">
              <a:lnSpc>
                <a:spcPct val="100000"/>
              </a:lnSpc>
            </a:pPr>
            <a:br>
              <a:rPr sz="1200"/>
            </a:br>
            <a:r>
              <a:rPr lang="en-US" sz="1200" b="0" u="none" strike="noStrike">
                <a:solidFill>
                  <a:srgbClr val="657B83"/>
                </a:solidFill>
                <a:effectLst/>
                <a:uFillTx/>
                <a:latin typeface="Consolas"/>
              </a:rPr>
              <a:t>    </a:t>
            </a:r>
            <a:r>
              <a:rPr lang="en-US" sz="1200" b="0" u="none" strike="noStrike">
                <a:solidFill>
                  <a:srgbClr val="859900"/>
                </a:solidFill>
                <a:effectLst/>
                <a:uFillTx/>
                <a:latin typeface="Consolas"/>
              </a:rPr>
              <a:t>return</a:t>
            </a:r>
            <a:r>
              <a:rPr lang="en-US" sz="1200" b="0" u="none" strike="noStrike">
                <a:solidFill>
                  <a:srgbClr val="657B83"/>
                </a:solidFill>
                <a:effectLst/>
                <a:uFillTx/>
                <a:latin typeface="Consolas"/>
              </a:rPr>
              <a:t> </a:t>
            </a:r>
            <a:r>
              <a:rPr lang="en-US" sz="1200" b="0" u="none" strike="noStrike">
                <a:solidFill>
                  <a:srgbClr val="D33682"/>
                </a:solidFill>
                <a:effectLst/>
                <a:uFillTx/>
                <a:latin typeface="Consolas"/>
              </a:rPr>
              <a:t>0</a:t>
            </a:r>
            <a:r>
              <a:rPr lang="en-US" sz="1200" b="0" u="none" strike="noStrike">
                <a:solidFill>
                  <a:srgbClr val="657B83"/>
                </a:solidFill>
                <a:effectLst/>
                <a:uFillTx/>
                <a:latin typeface="Consolas"/>
              </a:rPr>
              <a:t>;</a:t>
            </a:r>
            <a:endParaRPr lang="en-US" sz="1200" b="0" u="none" strike="noStrike">
              <a:solidFill>
                <a:srgbClr val="000000"/>
              </a:solidFill>
              <a:effectLst/>
              <a:uFillTx/>
              <a:latin typeface="Arial"/>
            </a:endParaRPr>
          </a:p>
          <a:p>
            <a:pPr defTabSz="914400">
              <a:lnSpc>
                <a:spcPct val="100000"/>
              </a:lnSpc>
            </a:pPr>
            <a:r>
              <a:rPr lang="en-US" sz="1200" b="0" u="none" strike="noStrike">
                <a:solidFill>
                  <a:srgbClr val="657B83"/>
                </a:solidFill>
                <a:effectLst/>
                <a:uFillTx/>
                <a:latin typeface="Consolas"/>
              </a:rPr>
              <a:t>}</a:t>
            </a:r>
            <a:endParaRPr lang="en-US" sz="1200" b="0" u="none" strike="noStrike">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8" name="PlaceHolder 1"/>
          <p:cNvSpPr>
            <a:spLocks noGrp="1"/>
          </p:cNvSpPr>
          <p:nvPr>
            <p:ph type="title" hasCustomPrompt="1"/>
          </p:nvPr>
        </p:nvSpPr>
        <p:spPr>
          <a:xfrm>
            <a:off x="587520" y="359280"/>
            <a:ext cx="4489920" cy="1621080"/>
          </a:xfrm>
          <a:prstGeom prst="rect">
            <a:avLst/>
          </a:prstGeom>
          <a:noFill/>
          <a:ln w="0">
            <a:noFill/>
          </a:ln>
        </p:spPr>
        <p:txBody>
          <a:bodyPr lIns="0" tIns="191880" rIns="0" bIns="0" anchor="t">
            <a:noAutofit/>
          </a:bodyPr>
          <a:lstStyle/>
          <a:p>
            <a:pPr indent="0" algn="l" defTabSz="914400">
              <a:lnSpc>
                <a:spcPct val="100000"/>
              </a:lnSpc>
              <a:buNone/>
            </a:pPr>
            <a:r>
              <a:rPr lang="da-DK" sz="3600" b="1" u="none" strike="noStrike" spc="300">
                <a:solidFill>
                  <a:schemeClr val="dk1"/>
                </a:solidFill>
                <a:effectLst/>
                <a:uFillTx/>
                <a:latin typeface="Consolas"/>
              </a:rPr>
              <a:t>while loop</a:t>
            </a:r>
            <a:endParaRPr lang="en-US" sz="3600" b="1" u="none" strike="noStrike" spc="300">
              <a:solidFill>
                <a:schemeClr val="dk1"/>
              </a:solidFill>
              <a:effectLst/>
              <a:uFillTx/>
              <a:latin typeface="Consolas"/>
            </a:endParaRPr>
          </a:p>
        </p:txBody>
      </p:sp>
      <p:sp>
        <p:nvSpPr>
          <p:cNvPr id="1019" name="PlaceHolder 2"/>
          <p:cNvSpPr>
            <a:spLocks noGrp="1"/>
          </p:cNvSpPr>
          <p:nvPr>
            <p:ph hasCustomPrompt="1"/>
          </p:nvPr>
        </p:nvSpPr>
        <p:spPr>
          <a:xfrm>
            <a:off x="587520" y="2441160"/>
            <a:ext cx="4489920" cy="3453840"/>
          </a:xfrm>
          <a:prstGeom prst="rect">
            <a:avLst/>
          </a:prstGeom>
          <a:noFill/>
          <a:ln w="0">
            <a:noFill/>
          </a:ln>
        </p:spPr>
        <p:txBody>
          <a:bodyPr lIns="0" tIns="45720" rIns="0" bIns="45720" anchor="t">
            <a:noAutofit/>
          </a:bodyPr>
          <a:lstStyle/>
          <a:p>
            <a:pPr indent="0" algn="l" defTabSz="914400">
              <a:lnSpc>
                <a:spcPct val="100000"/>
              </a:lnSpc>
              <a:spcBef>
                <a:spcPts val="601"/>
              </a:spcBef>
              <a:buNone/>
              <a:tabLst>
                <a:tab pos="0" algn="l"/>
              </a:tabLst>
            </a:pPr>
            <a:r>
              <a:rPr lang="en-US" sz="1600" b="0" u="none" strike="noStrike">
                <a:solidFill>
                  <a:schemeClr val="dk1"/>
                </a:solidFill>
                <a:effectLst/>
                <a:uFillTx/>
                <a:latin typeface="Consolas"/>
              </a:rPr>
              <a:t>A while loop in C programming repeatedly executes a block of statements as long as a given condition is true.</a:t>
            </a:r>
          </a:p>
          <a:p>
            <a:pPr indent="0" algn="l" defTabSz="914400">
              <a:lnSpc>
                <a:spcPct val="100000"/>
              </a:lnSpc>
              <a:spcBef>
                <a:spcPts val="601"/>
              </a:spcBef>
              <a:buNone/>
              <a:tabLst>
                <a:tab pos="0" algn="l"/>
              </a:tabLst>
            </a:pPr>
            <a:r>
              <a:rPr lang="en-US" sz="1600" b="0" u="none" strike="noStrike">
                <a:solidFill>
                  <a:schemeClr val="dk1"/>
                </a:solidFill>
                <a:effectLst/>
                <a:uFillTx/>
                <a:latin typeface="Consolas"/>
              </a:rPr>
              <a:t>If condition starts with false the block is not executed at all.</a:t>
            </a:r>
          </a:p>
        </p:txBody>
      </p:sp>
      <p:pic>
        <p:nvPicPr>
          <p:cNvPr id="1020" name="Billede 6"/>
          <p:cNvPicPr/>
          <p:nvPr/>
        </p:nvPicPr>
        <p:blipFill>
          <a:blip r:embed="rId2"/>
          <a:stretch/>
        </p:blipFill>
        <p:spPr>
          <a:xfrm>
            <a:off x="8282160" y="41040"/>
            <a:ext cx="3828600" cy="3962160"/>
          </a:xfrm>
          <a:prstGeom prst="rect">
            <a:avLst/>
          </a:prstGeom>
          <a:noFill/>
          <a:ln w="0">
            <a:noFill/>
          </a:ln>
        </p:spPr>
      </p:pic>
      <p:pic>
        <p:nvPicPr>
          <p:cNvPr id="1021" name="Billede 8"/>
          <p:cNvPicPr/>
          <p:nvPr/>
        </p:nvPicPr>
        <p:blipFill>
          <a:blip r:embed="rId3"/>
          <a:stretch/>
        </p:blipFill>
        <p:spPr>
          <a:xfrm>
            <a:off x="6605640" y="69480"/>
            <a:ext cx="1676160" cy="2742840"/>
          </a:xfrm>
          <a:prstGeom prst="rect">
            <a:avLst/>
          </a:prstGeom>
          <a:noFill/>
          <a:ln w="0">
            <a:noFill/>
          </a:ln>
        </p:spPr>
      </p:pic>
      <p:pic>
        <p:nvPicPr>
          <p:cNvPr id="1022" name="Billede 10"/>
          <p:cNvPicPr/>
          <p:nvPr/>
        </p:nvPicPr>
        <p:blipFill>
          <a:blip r:embed="rId4"/>
          <a:stretch/>
        </p:blipFill>
        <p:spPr>
          <a:xfrm>
            <a:off x="516600" y="1254960"/>
            <a:ext cx="2142720" cy="1076040"/>
          </a:xfrm>
          <a:prstGeom prst="rect">
            <a:avLst/>
          </a:prstGeom>
          <a:noFill/>
          <a:ln w="0">
            <a:noFill/>
          </a:ln>
        </p:spPr>
      </p:pic>
      <p:pic>
        <p:nvPicPr>
          <p:cNvPr id="1023" name="Billede 12" descr="Et billede, der indeholder tekst&#10;&#10;Automatisk genereret beskrivelse"/>
          <p:cNvPicPr/>
          <p:nvPr/>
        </p:nvPicPr>
        <p:blipFill>
          <a:blip r:embed="rId5"/>
          <a:stretch/>
        </p:blipFill>
        <p:spPr>
          <a:xfrm>
            <a:off x="8282160" y="4003560"/>
            <a:ext cx="2409480" cy="2742840"/>
          </a:xfrm>
          <a:prstGeom prst="rect">
            <a:avLst/>
          </a:prstGeom>
          <a:noFill/>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 name="PlaceHolder 1"/>
          <p:cNvSpPr>
            <a:spLocks noGrp="1"/>
          </p:cNvSpPr>
          <p:nvPr>
            <p:ph type="title" hasCustomPrompt="1"/>
          </p:nvPr>
        </p:nvSpPr>
        <p:spPr>
          <a:xfrm>
            <a:off x="587520" y="359280"/>
            <a:ext cx="5337720" cy="1621080"/>
          </a:xfrm>
          <a:prstGeom prst="rect">
            <a:avLst/>
          </a:prstGeom>
          <a:noFill/>
          <a:ln w="0">
            <a:noFill/>
          </a:ln>
        </p:spPr>
        <p:txBody>
          <a:bodyPr lIns="0" tIns="191880" rIns="0" bIns="0" anchor="t">
            <a:noAutofit/>
          </a:bodyPr>
          <a:lstStyle/>
          <a:p>
            <a:pPr indent="0" algn="l" defTabSz="914400">
              <a:lnSpc>
                <a:spcPct val="100000"/>
              </a:lnSpc>
              <a:buNone/>
            </a:pPr>
            <a:r>
              <a:rPr lang="da-DK" sz="3600" b="1" u="none" strike="noStrike" spc="300">
                <a:solidFill>
                  <a:schemeClr val="dk1"/>
                </a:solidFill>
                <a:effectLst/>
                <a:uFillTx/>
                <a:latin typeface="Consolas"/>
              </a:rPr>
              <a:t>Fibunacci sequence using while</a:t>
            </a:r>
            <a:endParaRPr lang="en-US" sz="3600" b="1" u="none" strike="noStrike" spc="300">
              <a:solidFill>
                <a:schemeClr val="dk1"/>
              </a:solidFill>
              <a:effectLst/>
              <a:uFillTx/>
              <a:latin typeface="Consolas"/>
            </a:endParaRPr>
          </a:p>
        </p:txBody>
      </p:sp>
      <p:sp>
        <p:nvSpPr>
          <p:cNvPr id="1025" name="PlaceHolder 2"/>
          <p:cNvSpPr>
            <a:spLocks noGrp="1"/>
          </p:cNvSpPr>
          <p:nvPr>
            <p:ph hasCustomPrompt="1"/>
          </p:nvPr>
        </p:nvSpPr>
        <p:spPr>
          <a:xfrm>
            <a:off x="587520" y="2143440"/>
            <a:ext cx="4489920" cy="3751920"/>
          </a:xfrm>
          <a:prstGeom prst="rect">
            <a:avLst/>
          </a:prstGeom>
          <a:noFill/>
          <a:ln w="0">
            <a:noFill/>
          </a:ln>
        </p:spPr>
        <p:txBody>
          <a:bodyPr lIns="0" tIns="45720" rIns="0" bIns="45720" anchor="t">
            <a:noAutofit/>
          </a:bodyPr>
          <a:lstStyle/>
          <a:p>
            <a:pPr indent="0" algn="l" defTabSz="914400">
              <a:lnSpc>
                <a:spcPct val="100000"/>
              </a:lnSpc>
              <a:spcBef>
                <a:spcPts val="601"/>
              </a:spcBef>
              <a:buNone/>
              <a:tabLst>
                <a:tab pos="0" algn="l"/>
              </a:tabLst>
            </a:pPr>
            <a:r>
              <a:rPr lang="en-US" sz="1600" b="0" u="none" strike="noStrike">
                <a:solidFill>
                  <a:schemeClr val="dk1"/>
                </a:solidFill>
                <a:effectLst/>
                <a:uFillTx/>
                <a:latin typeface="Consolas"/>
              </a:rPr>
              <a:t>This is an example of using a while loop. The calculation of the Fibonacci sequence must stop when the result exceeds 20 in this case.</a:t>
            </a:r>
          </a:p>
          <a:p>
            <a:pPr indent="0" algn="l" defTabSz="914400">
              <a:lnSpc>
                <a:spcPct val="100000"/>
              </a:lnSpc>
              <a:spcBef>
                <a:spcPts val="601"/>
              </a:spcBef>
              <a:buNone/>
              <a:tabLst>
                <a:tab pos="0" algn="l"/>
              </a:tabLst>
            </a:pPr>
            <a:r>
              <a:rPr lang="en-US" sz="1600" b="0" u="none" strike="noStrike">
                <a:solidFill>
                  <a:schemeClr val="dk1"/>
                </a:solidFill>
                <a:effectLst/>
                <a:uFillTx/>
                <a:latin typeface="Consolas"/>
              </a:rPr>
              <a:t>The inserted if condition ensures that only a comma is printed if a new Fibonacci number must still be calculated.</a:t>
            </a:r>
          </a:p>
        </p:txBody>
      </p:sp>
      <p:pic>
        <p:nvPicPr>
          <p:cNvPr id="1026" name="Billede 9"/>
          <p:cNvPicPr/>
          <p:nvPr/>
        </p:nvPicPr>
        <p:blipFill>
          <a:blip r:embed="rId2"/>
          <a:stretch/>
        </p:blipFill>
        <p:spPr>
          <a:xfrm>
            <a:off x="6486840" y="4577400"/>
            <a:ext cx="3714480" cy="1209240"/>
          </a:xfrm>
          <a:prstGeom prst="rect">
            <a:avLst/>
          </a:prstGeom>
          <a:noFill/>
          <a:ln w="0">
            <a:noFill/>
          </a:ln>
        </p:spPr>
      </p:pic>
      <p:pic>
        <p:nvPicPr>
          <p:cNvPr id="1027" name="Billede 11">
            <a:hlinkClick r:id="rId3"/>
          </p:cNvPr>
          <p:cNvPicPr/>
          <p:nvPr/>
        </p:nvPicPr>
        <p:blipFill>
          <a:blip r:embed="rId4"/>
          <a:stretch/>
        </p:blipFill>
        <p:spPr>
          <a:xfrm>
            <a:off x="6486840" y="93240"/>
            <a:ext cx="5609880" cy="4295520"/>
          </a:xfrm>
          <a:prstGeom prst="rect">
            <a:avLst/>
          </a:prstGeom>
          <a:noFill/>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PlaceHolder 1"/>
          <p:cNvSpPr>
            <a:spLocks noGrp="1"/>
          </p:cNvSpPr>
          <p:nvPr>
            <p:ph type="pic"/>
          </p:nvPr>
        </p:nvSpPr>
        <p:spPr/>
        <p:txBody>
          <a:bodyPr/>
          <a:lstStyle/>
          <a:p>
            <a:endParaRPr lang="LID4096"/>
          </a:p>
        </p:txBody>
      </p:sp>
      <p:sp>
        <p:nvSpPr>
          <p:cNvPr id="1029" name="PlaceHolder 2"/>
          <p:cNvSpPr>
            <a:spLocks noGrp="1"/>
          </p:cNvSpPr>
          <p:nvPr>
            <p:ph type="title" hasCustomPrompt="1"/>
          </p:nvPr>
        </p:nvSpPr>
        <p:spPr>
          <a:xfrm>
            <a:off x="587520" y="359280"/>
            <a:ext cx="6366600" cy="1621080"/>
          </a:xfrm>
          <a:prstGeom prst="rect">
            <a:avLst/>
          </a:prstGeom>
          <a:noFill/>
          <a:ln w="0">
            <a:noFill/>
          </a:ln>
        </p:spPr>
        <p:txBody>
          <a:bodyPr lIns="0" tIns="191880" rIns="0" bIns="0" anchor="t">
            <a:noAutofit/>
          </a:bodyPr>
          <a:lstStyle/>
          <a:p>
            <a:pPr indent="0" algn="l" defTabSz="914400">
              <a:lnSpc>
                <a:spcPct val="100000"/>
              </a:lnSpc>
              <a:buNone/>
            </a:pPr>
            <a:r>
              <a:rPr lang="en-US" sz="3600" b="1" u="none" strike="noStrike" spc="300">
                <a:solidFill>
                  <a:schemeClr val="dk1"/>
                </a:solidFill>
                <a:effectLst/>
                <a:uFillTx/>
                <a:latin typeface="Consolas"/>
              </a:rPr>
              <a:t>Iteration or loop statements</a:t>
            </a:r>
            <a:br>
              <a:rPr sz="3600"/>
            </a:br>
            <a:br>
              <a:rPr sz="3600"/>
            </a:br>
            <a:endParaRPr lang="en-US" sz="3600" b="1" u="none" strike="noStrike" spc="300">
              <a:solidFill>
                <a:schemeClr val="dk1"/>
              </a:solidFill>
              <a:effectLst/>
              <a:uFillTx/>
              <a:latin typeface="Consolas"/>
            </a:endParaRPr>
          </a:p>
        </p:txBody>
      </p:sp>
      <p:sp>
        <p:nvSpPr>
          <p:cNvPr id="1030" name="PlaceHolder 3"/>
          <p:cNvSpPr>
            <a:spLocks noGrp="1"/>
          </p:cNvSpPr>
          <p:nvPr>
            <p:ph hasCustomPrompt="1"/>
          </p:nvPr>
        </p:nvSpPr>
        <p:spPr>
          <a:xfrm>
            <a:off x="587520" y="2143440"/>
            <a:ext cx="4489920" cy="3751920"/>
          </a:xfrm>
          <a:prstGeom prst="rect">
            <a:avLst/>
          </a:prstGeom>
          <a:noFill/>
          <a:ln w="0">
            <a:noFill/>
          </a:ln>
        </p:spPr>
        <p:txBody>
          <a:bodyPr lIns="0" tIns="45720" rIns="0" bIns="45720" anchor="t">
            <a:normAutofit/>
          </a:bodyPr>
          <a:lstStyle/>
          <a:p>
            <a:pPr marL="285840" indent="-285840" algn="l" defTabSz="914400">
              <a:lnSpc>
                <a:spcPct val="100000"/>
              </a:lnSpc>
              <a:spcBef>
                <a:spcPts val="601"/>
              </a:spcBef>
              <a:buSzPct val="100112"/>
              <a:buBlip>
                <a:blip r:embed="rId2"/>
              </a:buBlip>
            </a:pPr>
            <a:r>
              <a:rPr lang="en-US" sz="1800" b="0" u="none" strike="noStrike">
                <a:solidFill>
                  <a:schemeClr val="dk1"/>
                </a:solidFill>
                <a:effectLst/>
                <a:uFillTx/>
                <a:latin typeface="Consolas"/>
              </a:rPr>
              <a:t>Iteration or loop</a:t>
            </a:r>
          </a:p>
          <a:p>
            <a:pPr marL="623880" lvl="1" indent="-285840" algn="l" defTabSz="914400">
              <a:lnSpc>
                <a:spcPct val="120000"/>
              </a:lnSpc>
              <a:spcBef>
                <a:spcPts val="499"/>
              </a:spcBef>
              <a:buSzPct val="100112"/>
              <a:buBlip>
                <a:blip r:embed="rId2"/>
              </a:buBlip>
            </a:pPr>
            <a:r>
              <a:rPr lang="en-US" sz="1800" b="0" u="none" strike="noStrike">
                <a:solidFill>
                  <a:schemeClr val="dk1"/>
                </a:solidFill>
                <a:effectLst/>
                <a:uFillTx/>
                <a:latin typeface="Consolas"/>
              </a:rPr>
              <a:t>for</a:t>
            </a:r>
          </a:p>
          <a:p>
            <a:pPr marL="623880" lvl="1" indent="-285840" algn="l" defTabSz="914400">
              <a:lnSpc>
                <a:spcPct val="120000"/>
              </a:lnSpc>
              <a:spcBef>
                <a:spcPts val="499"/>
              </a:spcBef>
              <a:buSzPct val="100112"/>
              <a:buBlip>
                <a:blip r:embed="rId2"/>
              </a:buBlip>
            </a:pPr>
            <a:r>
              <a:rPr lang="en-US" sz="1800" b="0" u="none" strike="noStrike">
                <a:solidFill>
                  <a:schemeClr val="dk1"/>
                </a:solidFill>
                <a:effectLst/>
                <a:uFillTx/>
                <a:latin typeface="Consolas"/>
              </a:rPr>
              <a:t>While</a:t>
            </a:r>
          </a:p>
          <a:p>
            <a:pPr marL="623880" lvl="1" indent="-285840" algn="l" defTabSz="914400">
              <a:lnSpc>
                <a:spcPct val="120000"/>
              </a:lnSpc>
              <a:spcBef>
                <a:spcPts val="499"/>
              </a:spcBef>
              <a:buSzPct val="100112"/>
              <a:buBlip>
                <a:blip r:embed="rId2"/>
              </a:buBlip>
            </a:pPr>
            <a:r>
              <a:rPr lang="en-US" sz="1800" b="1" u="none" strike="noStrike">
                <a:solidFill>
                  <a:schemeClr val="dk1"/>
                </a:solidFill>
                <a:effectLst/>
                <a:uFillTx/>
                <a:latin typeface="Consolas"/>
              </a:rPr>
              <a:t>Nested loops</a:t>
            </a:r>
            <a:endParaRPr lang="en-US" sz="1800" b="0" u="none" strike="noStrike">
              <a:solidFill>
                <a:schemeClr val="dk1"/>
              </a:solidFill>
              <a:effectLst/>
              <a:uFillTx/>
              <a:latin typeface="Consolas"/>
            </a:endParaRPr>
          </a:p>
          <a:p>
            <a:pPr indent="0" algn="l" defTabSz="914400">
              <a:lnSpc>
                <a:spcPct val="120000"/>
              </a:lnSpc>
              <a:spcBef>
                <a:spcPts val="499"/>
              </a:spcBef>
              <a:buNone/>
            </a:pPr>
            <a:endParaRPr lang="en-US" sz="1800" b="0" u="none" strike="noStrike">
              <a:solidFill>
                <a:schemeClr val="dk1"/>
              </a:solidFill>
              <a:effectLst/>
              <a:uFillTx/>
              <a:latin typeface="Consolas"/>
            </a:endParaRPr>
          </a:p>
        </p:txBody>
      </p:sp>
      <p:sp>
        <p:nvSpPr>
          <p:cNvPr id="5" name="PlaceHolder 4"/>
          <p:cNvSpPr>
            <a:spLocks noGrp="1"/>
          </p:cNvSpPr>
          <p:nvPr>
            <p:ph type="sldNum" idx="8"/>
          </p:nvPr>
        </p:nvSpPr>
        <p:spPr/>
        <p:txBody>
          <a:bodyPr/>
          <a:lstStyle/>
          <a:p>
            <a:fld id="{80799B51-4632-435D-96F9-BC5E33BCBE10}" type="slidenum">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PlaceHolder 1"/>
          <p:cNvSpPr>
            <a:spLocks noGrp="1"/>
          </p:cNvSpPr>
          <p:nvPr>
            <p:ph type="title" hasCustomPrompt="1"/>
          </p:nvPr>
        </p:nvSpPr>
        <p:spPr>
          <a:xfrm>
            <a:off x="587520" y="359280"/>
            <a:ext cx="4489920" cy="1621080"/>
          </a:xfrm>
          <a:prstGeom prst="rect">
            <a:avLst/>
          </a:prstGeom>
          <a:noFill/>
          <a:ln w="0">
            <a:noFill/>
          </a:ln>
        </p:spPr>
        <p:txBody>
          <a:bodyPr lIns="0" tIns="191880" rIns="0" bIns="0" anchor="t">
            <a:noAutofit/>
          </a:bodyPr>
          <a:lstStyle/>
          <a:p>
            <a:pPr indent="0" algn="l" defTabSz="914400">
              <a:lnSpc>
                <a:spcPct val="100000"/>
              </a:lnSpc>
              <a:buNone/>
            </a:pPr>
            <a:r>
              <a:rPr lang="da-DK" sz="3600" b="1" u="none" strike="noStrike" spc="300">
                <a:solidFill>
                  <a:schemeClr val="dk1"/>
                </a:solidFill>
                <a:effectLst/>
                <a:uFillTx/>
                <a:latin typeface="Consolas"/>
              </a:rPr>
              <a:t>Nested loops</a:t>
            </a:r>
            <a:endParaRPr lang="en-US" sz="3600" b="1" u="none" strike="noStrike" spc="300">
              <a:solidFill>
                <a:schemeClr val="dk1"/>
              </a:solidFill>
              <a:effectLst/>
              <a:uFillTx/>
              <a:latin typeface="Consolas"/>
            </a:endParaRPr>
          </a:p>
        </p:txBody>
      </p:sp>
      <p:sp>
        <p:nvSpPr>
          <p:cNvPr id="1032" name="PlaceHolder 2"/>
          <p:cNvSpPr>
            <a:spLocks noGrp="1"/>
          </p:cNvSpPr>
          <p:nvPr>
            <p:ph hasCustomPrompt="1"/>
          </p:nvPr>
        </p:nvSpPr>
        <p:spPr>
          <a:xfrm>
            <a:off x="587520" y="1579680"/>
            <a:ext cx="6962400" cy="4443120"/>
          </a:xfrm>
          <a:prstGeom prst="rect">
            <a:avLst/>
          </a:prstGeom>
          <a:noFill/>
          <a:ln w="0">
            <a:noFill/>
          </a:ln>
        </p:spPr>
        <p:txBody>
          <a:bodyPr lIns="0" tIns="45720" rIns="0" bIns="45720" anchor="t">
            <a:normAutofit lnSpcReduction="10000"/>
          </a:bodyPr>
          <a:lstStyle/>
          <a:p>
            <a:pPr indent="0" algn="l" defTabSz="914400">
              <a:lnSpc>
                <a:spcPct val="100000"/>
              </a:lnSpc>
              <a:spcBef>
                <a:spcPts val="601"/>
              </a:spcBef>
              <a:buNone/>
              <a:tabLst>
                <a:tab pos="0" algn="l"/>
              </a:tabLst>
            </a:pPr>
            <a:r>
              <a:rPr lang="en-US" sz="1600" b="0" u="none" strike="noStrike">
                <a:solidFill>
                  <a:schemeClr val="dk1"/>
                </a:solidFill>
                <a:effectLst/>
                <a:uFillTx/>
                <a:latin typeface="Consolas"/>
              </a:rPr>
              <a:t>A loop can be nested inside another loop (hence the name nested loops).</a:t>
            </a:r>
          </a:p>
          <a:p>
            <a:pPr indent="0" algn="l" defTabSz="914400">
              <a:lnSpc>
                <a:spcPct val="100000"/>
              </a:lnSpc>
              <a:spcBef>
                <a:spcPts val="601"/>
              </a:spcBef>
              <a:buNone/>
              <a:tabLst>
                <a:tab pos="0" algn="l"/>
              </a:tabLst>
            </a:pPr>
            <a:r>
              <a:rPr lang="en-US" sz="1600" b="0" u="none" strike="noStrike">
                <a:solidFill>
                  <a:schemeClr val="dk1"/>
                </a:solidFill>
                <a:effectLst/>
                <a:uFillTx/>
                <a:latin typeface="Consolas"/>
              </a:rPr>
              <a:t>You can place any type of loop inside any other type of loop. </a:t>
            </a:r>
          </a:p>
          <a:p>
            <a:pPr indent="0" algn="l" defTabSz="914400">
              <a:lnSpc>
                <a:spcPct val="100000"/>
              </a:lnSpc>
              <a:spcBef>
                <a:spcPts val="601"/>
              </a:spcBef>
              <a:buNone/>
              <a:tabLst>
                <a:tab pos="0" algn="l"/>
              </a:tabLst>
            </a:pPr>
            <a:r>
              <a:rPr lang="en-US" sz="1600" b="0" u="none" strike="noStrike">
                <a:solidFill>
                  <a:schemeClr val="dk1"/>
                </a:solidFill>
                <a:effectLst/>
                <a:uFillTx/>
                <a:latin typeface="Consolas"/>
              </a:rPr>
              <a:t>For example, a while loop can be inside a do … while loop or vice versa.</a:t>
            </a: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r>
              <a:rPr lang="en-US" sz="1600" b="0" u="none" strike="noStrike">
                <a:solidFill>
                  <a:schemeClr val="dk1"/>
                </a:solidFill>
                <a:effectLst/>
                <a:uFillTx/>
                <a:latin typeface="Consolas"/>
              </a:rPr>
              <a:t>Note: conditions in the different loops are of course not identical.</a:t>
            </a:r>
          </a:p>
        </p:txBody>
      </p:sp>
      <p:pic>
        <p:nvPicPr>
          <p:cNvPr id="1033" name="Billede 10"/>
          <p:cNvPicPr/>
          <p:nvPr/>
        </p:nvPicPr>
        <p:blipFill>
          <a:blip r:embed="rId2"/>
          <a:stretch/>
        </p:blipFill>
        <p:spPr>
          <a:xfrm>
            <a:off x="8210520" y="160560"/>
            <a:ext cx="3530880" cy="6234120"/>
          </a:xfrm>
          <a:prstGeom prst="rect">
            <a:avLst/>
          </a:prstGeom>
          <a:noFill/>
          <a:ln w="0">
            <a:noFill/>
          </a:ln>
        </p:spPr>
      </p:pic>
      <p:sp>
        <p:nvSpPr>
          <p:cNvPr id="1034" name="TextBox 2"/>
          <p:cNvSpPr/>
          <p:nvPr/>
        </p:nvSpPr>
        <p:spPr>
          <a:xfrm>
            <a:off x="546120" y="2997000"/>
            <a:ext cx="7777440" cy="2123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0" u="none" strike="noStrike">
                <a:solidFill>
                  <a:srgbClr val="859900"/>
                </a:solidFill>
                <a:effectLst/>
                <a:highlight>
                  <a:srgbClr val="FDF6E3"/>
                </a:highlight>
                <a:uFillTx/>
                <a:latin typeface="Consolas"/>
              </a:rPr>
              <a:t>for</a:t>
            </a:r>
            <a:r>
              <a:rPr lang="en-US" sz="1600" b="0" u="none" strike="noStrike">
                <a:solidFill>
                  <a:srgbClr val="657B83"/>
                </a:solidFill>
                <a:effectLst/>
                <a:highlight>
                  <a:srgbClr val="FDF6E3"/>
                </a:highlight>
                <a:uFillTx/>
                <a:latin typeface="Consolas"/>
              </a:rPr>
              <a:t> (</a:t>
            </a:r>
            <a:r>
              <a:rPr lang="en-US" sz="1600" b="1" u="none" strike="noStrike">
                <a:solidFill>
                  <a:srgbClr val="586E75"/>
                </a:solidFill>
                <a:effectLst/>
                <a:highlight>
                  <a:srgbClr val="FDF6E3"/>
                </a:highlight>
                <a:uFillTx/>
                <a:latin typeface="Consolas"/>
              </a:rPr>
              <a:t>int</a:t>
            </a:r>
            <a:r>
              <a:rPr lang="en-US" sz="1600" b="0" u="none" strike="noStrike">
                <a:solidFill>
                  <a:srgbClr val="657B83"/>
                </a:solidFill>
                <a:effectLst/>
                <a:highlight>
                  <a:srgbClr val="FDF6E3"/>
                </a:highlight>
                <a:uFillTx/>
                <a:latin typeface="Consolas"/>
              </a:rPr>
              <a:t> </a:t>
            </a:r>
            <a:r>
              <a:rPr lang="en-US" sz="1600" b="0" u="none" strike="noStrike">
                <a:solidFill>
                  <a:srgbClr val="268BD2"/>
                </a:solidFill>
                <a:effectLst/>
                <a:highlight>
                  <a:srgbClr val="FDF6E3"/>
                </a:highlight>
                <a:uFillTx/>
                <a:latin typeface="Consolas"/>
              </a:rPr>
              <a:t>i</a:t>
            </a:r>
            <a:r>
              <a:rPr lang="en-US" sz="1600" b="0" u="none" strike="noStrike">
                <a:solidFill>
                  <a:srgbClr val="657B83"/>
                </a:solidFill>
                <a:effectLst/>
                <a:highlight>
                  <a:srgbClr val="FDF6E3"/>
                </a:highlight>
                <a:uFillTx/>
                <a:latin typeface="Consolas"/>
              </a:rPr>
              <a:t> </a:t>
            </a:r>
            <a:r>
              <a:rPr lang="en-US" sz="1600" b="0" u="none" strike="noStrike">
                <a:solidFill>
                  <a:srgbClr val="859900"/>
                </a:solidFill>
                <a:effectLst/>
                <a:highlight>
                  <a:srgbClr val="FDF6E3"/>
                </a:highlight>
                <a:uFillTx/>
                <a:latin typeface="Consolas"/>
              </a:rPr>
              <a:t>=</a:t>
            </a:r>
            <a:r>
              <a:rPr lang="en-US" sz="1600" b="0" u="none" strike="noStrike">
                <a:solidFill>
                  <a:srgbClr val="657B83"/>
                </a:solidFill>
                <a:effectLst/>
                <a:highlight>
                  <a:srgbClr val="FDF6E3"/>
                </a:highlight>
                <a:uFillTx/>
                <a:latin typeface="Consolas"/>
              </a:rPr>
              <a:t> </a:t>
            </a:r>
            <a:r>
              <a:rPr lang="en-US" sz="1600" b="0" u="none" strike="noStrike">
                <a:solidFill>
                  <a:srgbClr val="D33682"/>
                </a:solidFill>
                <a:effectLst/>
                <a:highlight>
                  <a:srgbClr val="FDF6E3"/>
                </a:highlight>
                <a:uFillTx/>
                <a:latin typeface="Consolas"/>
              </a:rPr>
              <a:t>0</a:t>
            </a:r>
            <a:r>
              <a:rPr lang="en-US" sz="1600" b="0" u="none" strike="noStrike">
                <a:solidFill>
                  <a:srgbClr val="657B83"/>
                </a:solidFill>
                <a:effectLst/>
                <a:highlight>
                  <a:srgbClr val="FDF6E3"/>
                </a:highlight>
                <a:uFillTx/>
                <a:latin typeface="Consolas"/>
              </a:rPr>
              <a:t>; </a:t>
            </a:r>
            <a:r>
              <a:rPr lang="en-US" sz="1600" b="0" u="none" strike="noStrike">
                <a:solidFill>
                  <a:srgbClr val="268BD2"/>
                </a:solidFill>
                <a:effectLst/>
                <a:highlight>
                  <a:srgbClr val="FDF6E3"/>
                </a:highlight>
                <a:uFillTx/>
                <a:latin typeface="Consolas"/>
              </a:rPr>
              <a:t>i</a:t>
            </a:r>
            <a:r>
              <a:rPr lang="en-US" sz="1600" b="0" u="none" strike="noStrike">
                <a:solidFill>
                  <a:srgbClr val="657B83"/>
                </a:solidFill>
                <a:effectLst/>
                <a:highlight>
                  <a:srgbClr val="FDF6E3"/>
                </a:highlight>
                <a:uFillTx/>
                <a:latin typeface="Consolas"/>
              </a:rPr>
              <a:t> </a:t>
            </a:r>
            <a:r>
              <a:rPr lang="en-US" sz="1600" b="0" u="none" strike="noStrike">
                <a:solidFill>
                  <a:srgbClr val="859900"/>
                </a:solidFill>
                <a:effectLst/>
                <a:highlight>
                  <a:srgbClr val="FDF6E3"/>
                </a:highlight>
                <a:uFillTx/>
                <a:latin typeface="Consolas"/>
              </a:rPr>
              <a:t>&lt;</a:t>
            </a:r>
            <a:r>
              <a:rPr lang="en-US" sz="1600" b="0" u="none" strike="noStrike">
                <a:solidFill>
                  <a:srgbClr val="657B83"/>
                </a:solidFill>
                <a:effectLst/>
                <a:highlight>
                  <a:srgbClr val="FDF6E3"/>
                </a:highlight>
                <a:uFillTx/>
                <a:latin typeface="Consolas"/>
              </a:rPr>
              <a:t> </a:t>
            </a:r>
            <a:r>
              <a:rPr lang="en-US" sz="1600" b="0" u="none" strike="noStrike">
                <a:solidFill>
                  <a:srgbClr val="268BD2"/>
                </a:solidFill>
                <a:effectLst/>
                <a:highlight>
                  <a:srgbClr val="FDF6E3"/>
                </a:highlight>
                <a:uFillTx/>
                <a:latin typeface="Consolas"/>
              </a:rPr>
              <a:t>count</a:t>
            </a:r>
            <a:r>
              <a:rPr lang="en-US" sz="1600" b="0" u="none" strike="noStrike">
                <a:solidFill>
                  <a:srgbClr val="657B83"/>
                </a:solidFill>
                <a:effectLst/>
                <a:highlight>
                  <a:srgbClr val="FDF6E3"/>
                </a:highlight>
                <a:uFillTx/>
                <a:latin typeface="Consolas"/>
              </a:rPr>
              <a:t>; </a:t>
            </a:r>
            <a:r>
              <a:rPr lang="en-US" sz="1600" b="0" u="none" strike="noStrike">
                <a:solidFill>
                  <a:srgbClr val="268BD2"/>
                </a:solidFill>
                <a:effectLst/>
                <a:highlight>
                  <a:srgbClr val="FDF6E3"/>
                </a:highlight>
                <a:uFillTx/>
                <a:latin typeface="Consolas"/>
              </a:rPr>
              <a:t>i</a:t>
            </a:r>
            <a:r>
              <a:rPr lang="en-US" sz="1600" b="0" u="none" strike="noStrike">
                <a:solidFill>
                  <a:srgbClr val="859900"/>
                </a:solidFill>
                <a:effectLst/>
                <a:highlight>
                  <a:srgbClr val="FDF6E3"/>
                </a:highlight>
                <a:uFillTx/>
                <a:latin typeface="Consolas"/>
              </a:rPr>
              <a:t>++</a:t>
            </a:r>
            <a:r>
              <a:rPr lang="en-US" sz="1600" b="0" u="none" strike="noStrike">
                <a:solidFill>
                  <a:srgbClr val="657B83"/>
                </a:solidFill>
                <a:effectLst/>
                <a:highlight>
                  <a:srgbClr val="FDF6E3"/>
                </a:highlight>
                <a:uFillTx/>
                <a:latin typeface="Consolas"/>
              </a:rPr>
              <a:t>)</a:t>
            </a:r>
            <a:endParaRPr lang="en-US" sz="1600" b="0" u="none" strike="noStrike">
              <a:solidFill>
                <a:srgbClr val="000000"/>
              </a:solidFill>
              <a:effectLst/>
              <a:uFillTx/>
              <a:latin typeface="Arial"/>
            </a:endParaRPr>
          </a:p>
          <a:p>
            <a:pPr defTabSz="914400">
              <a:lnSpc>
                <a:spcPct val="100000"/>
              </a:lnSpc>
            </a:pPr>
            <a:r>
              <a:rPr lang="en-US" sz="1600" b="0" u="none" strike="noStrike">
                <a:solidFill>
                  <a:srgbClr val="657B83"/>
                </a:solidFill>
                <a:effectLst/>
                <a:highlight>
                  <a:srgbClr val="FDF6E3"/>
                </a:highlight>
                <a:uFillTx/>
                <a:latin typeface="Consolas"/>
              </a:rPr>
              <a:t>    {</a:t>
            </a:r>
            <a:endParaRPr lang="en-US" sz="1600" b="0" u="none" strike="noStrike">
              <a:solidFill>
                <a:srgbClr val="000000"/>
              </a:solidFill>
              <a:effectLst/>
              <a:uFillTx/>
              <a:latin typeface="Arial"/>
            </a:endParaRPr>
          </a:p>
          <a:p>
            <a:pPr defTabSz="914400">
              <a:lnSpc>
                <a:spcPct val="100000"/>
              </a:lnSpc>
            </a:pPr>
            <a:r>
              <a:rPr lang="en-US" sz="1600" b="0" u="none" strike="noStrike">
                <a:solidFill>
                  <a:srgbClr val="657B83"/>
                </a:solidFill>
                <a:effectLst/>
                <a:highlight>
                  <a:srgbClr val="FDF6E3"/>
                </a:highlight>
                <a:uFillTx/>
                <a:latin typeface="Consolas"/>
              </a:rPr>
              <a:t>        </a:t>
            </a:r>
            <a:r>
              <a:rPr lang="en-US" sz="1600" b="0" u="none" strike="noStrike">
                <a:solidFill>
                  <a:srgbClr val="859900"/>
                </a:solidFill>
                <a:effectLst/>
                <a:highlight>
                  <a:srgbClr val="FDF6E3"/>
                </a:highlight>
                <a:uFillTx/>
                <a:latin typeface="Consolas"/>
              </a:rPr>
              <a:t>for</a:t>
            </a:r>
            <a:r>
              <a:rPr lang="en-US" sz="1600" b="0" u="none" strike="noStrike">
                <a:solidFill>
                  <a:srgbClr val="657B83"/>
                </a:solidFill>
                <a:effectLst/>
                <a:highlight>
                  <a:srgbClr val="FDF6E3"/>
                </a:highlight>
                <a:uFillTx/>
                <a:latin typeface="Consolas"/>
              </a:rPr>
              <a:t> (</a:t>
            </a:r>
            <a:r>
              <a:rPr lang="en-US" sz="1600" b="1" u="none" strike="noStrike">
                <a:solidFill>
                  <a:srgbClr val="586E75"/>
                </a:solidFill>
                <a:effectLst/>
                <a:highlight>
                  <a:srgbClr val="FDF6E3"/>
                </a:highlight>
                <a:uFillTx/>
                <a:latin typeface="Consolas"/>
              </a:rPr>
              <a:t>int</a:t>
            </a:r>
            <a:r>
              <a:rPr lang="en-US" sz="1600" b="0" u="none" strike="noStrike">
                <a:solidFill>
                  <a:srgbClr val="657B83"/>
                </a:solidFill>
                <a:effectLst/>
                <a:highlight>
                  <a:srgbClr val="FDF6E3"/>
                </a:highlight>
                <a:uFillTx/>
                <a:latin typeface="Consolas"/>
              </a:rPr>
              <a:t> </a:t>
            </a:r>
            <a:r>
              <a:rPr lang="en-US" sz="1600" b="0" u="none" strike="noStrike">
                <a:solidFill>
                  <a:srgbClr val="268BD2"/>
                </a:solidFill>
                <a:effectLst/>
                <a:highlight>
                  <a:srgbClr val="FDF6E3"/>
                </a:highlight>
                <a:uFillTx/>
                <a:latin typeface="Consolas"/>
              </a:rPr>
              <a:t>j</a:t>
            </a:r>
            <a:r>
              <a:rPr lang="en-US" sz="1600" b="0" u="none" strike="noStrike">
                <a:solidFill>
                  <a:srgbClr val="657B83"/>
                </a:solidFill>
                <a:effectLst/>
                <a:highlight>
                  <a:srgbClr val="FDF6E3"/>
                </a:highlight>
                <a:uFillTx/>
                <a:latin typeface="Consolas"/>
              </a:rPr>
              <a:t> </a:t>
            </a:r>
            <a:r>
              <a:rPr lang="en-US" sz="1600" b="0" u="none" strike="noStrike">
                <a:solidFill>
                  <a:srgbClr val="859900"/>
                </a:solidFill>
                <a:effectLst/>
                <a:highlight>
                  <a:srgbClr val="FDF6E3"/>
                </a:highlight>
                <a:uFillTx/>
                <a:latin typeface="Consolas"/>
              </a:rPr>
              <a:t>=</a:t>
            </a:r>
            <a:r>
              <a:rPr lang="en-US" sz="1600" b="0" u="none" strike="noStrike">
                <a:solidFill>
                  <a:srgbClr val="657B83"/>
                </a:solidFill>
                <a:effectLst/>
                <a:highlight>
                  <a:srgbClr val="FDF6E3"/>
                </a:highlight>
                <a:uFillTx/>
                <a:latin typeface="Consolas"/>
              </a:rPr>
              <a:t> </a:t>
            </a:r>
            <a:r>
              <a:rPr lang="en-US" sz="1600" b="0" u="none" strike="noStrike">
                <a:solidFill>
                  <a:srgbClr val="268BD2"/>
                </a:solidFill>
                <a:effectLst/>
                <a:highlight>
                  <a:srgbClr val="FDF6E3"/>
                </a:highlight>
                <a:uFillTx/>
                <a:latin typeface="Consolas"/>
              </a:rPr>
              <a:t>i</a:t>
            </a:r>
            <a:r>
              <a:rPr lang="en-US" sz="1600" b="0" u="none" strike="noStrike">
                <a:solidFill>
                  <a:srgbClr val="657B83"/>
                </a:solidFill>
                <a:effectLst/>
                <a:highlight>
                  <a:srgbClr val="FDF6E3"/>
                </a:highlight>
                <a:uFillTx/>
                <a:latin typeface="Consolas"/>
              </a:rPr>
              <a:t> </a:t>
            </a:r>
            <a:r>
              <a:rPr lang="en-US" sz="1600" b="0" u="none" strike="noStrike">
                <a:solidFill>
                  <a:srgbClr val="859900"/>
                </a:solidFill>
                <a:effectLst/>
                <a:highlight>
                  <a:srgbClr val="FDF6E3"/>
                </a:highlight>
                <a:uFillTx/>
                <a:latin typeface="Consolas"/>
              </a:rPr>
              <a:t>*</a:t>
            </a:r>
            <a:r>
              <a:rPr lang="en-US" sz="1600" b="0" u="none" strike="noStrike">
                <a:solidFill>
                  <a:srgbClr val="657B83"/>
                </a:solidFill>
                <a:effectLst/>
                <a:highlight>
                  <a:srgbClr val="FDF6E3"/>
                </a:highlight>
                <a:uFillTx/>
                <a:latin typeface="Consolas"/>
              </a:rPr>
              <a:t> </a:t>
            </a:r>
            <a:r>
              <a:rPr lang="en-US" sz="1600" b="0" u="none" strike="noStrike">
                <a:solidFill>
                  <a:srgbClr val="268BD2"/>
                </a:solidFill>
                <a:effectLst/>
                <a:highlight>
                  <a:srgbClr val="FDF6E3"/>
                </a:highlight>
                <a:uFillTx/>
                <a:latin typeface="Consolas"/>
              </a:rPr>
              <a:t>count</a:t>
            </a:r>
            <a:r>
              <a:rPr lang="en-US" sz="1600" b="0" u="none" strike="noStrike">
                <a:solidFill>
                  <a:srgbClr val="657B83"/>
                </a:solidFill>
                <a:effectLst/>
                <a:highlight>
                  <a:srgbClr val="FDF6E3"/>
                </a:highlight>
                <a:uFillTx/>
                <a:latin typeface="Consolas"/>
              </a:rPr>
              <a:t>; </a:t>
            </a:r>
            <a:r>
              <a:rPr lang="en-US" sz="1600" b="0" u="none" strike="noStrike">
                <a:solidFill>
                  <a:srgbClr val="268BD2"/>
                </a:solidFill>
                <a:effectLst/>
                <a:highlight>
                  <a:srgbClr val="FDF6E3"/>
                </a:highlight>
                <a:uFillTx/>
                <a:latin typeface="Consolas"/>
              </a:rPr>
              <a:t>j</a:t>
            </a:r>
            <a:r>
              <a:rPr lang="en-US" sz="1600" b="0" u="none" strike="noStrike">
                <a:solidFill>
                  <a:srgbClr val="657B83"/>
                </a:solidFill>
                <a:effectLst/>
                <a:highlight>
                  <a:srgbClr val="FDF6E3"/>
                </a:highlight>
                <a:uFillTx/>
                <a:latin typeface="Consolas"/>
              </a:rPr>
              <a:t> </a:t>
            </a:r>
            <a:r>
              <a:rPr lang="en-US" sz="1600" b="0" u="none" strike="noStrike">
                <a:solidFill>
                  <a:srgbClr val="859900"/>
                </a:solidFill>
                <a:effectLst/>
                <a:highlight>
                  <a:srgbClr val="FDF6E3"/>
                </a:highlight>
                <a:uFillTx/>
                <a:latin typeface="Consolas"/>
              </a:rPr>
              <a:t>&lt;</a:t>
            </a:r>
            <a:r>
              <a:rPr lang="en-US" sz="1600" b="0" u="none" strike="noStrike">
                <a:solidFill>
                  <a:srgbClr val="657B83"/>
                </a:solidFill>
                <a:effectLst/>
                <a:highlight>
                  <a:srgbClr val="FDF6E3"/>
                </a:highlight>
                <a:uFillTx/>
                <a:latin typeface="Consolas"/>
              </a:rPr>
              <a:t> </a:t>
            </a:r>
            <a:r>
              <a:rPr lang="en-US" sz="1600" b="0" u="none" strike="noStrike">
                <a:solidFill>
                  <a:srgbClr val="268BD2"/>
                </a:solidFill>
                <a:effectLst/>
                <a:highlight>
                  <a:srgbClr val="FDF6E3"/>
                </a:highlight>
                <a:uFillTx/>
                <a:latin typeface="Consolas"/>
              </a:rPr>
              <a:t>i</a:t>
            </a:r>
            <a:r>
              <a:rPr lang="en-US" sz="1600" b="0" u="none" strike="noStrike">
                <a:solidFill>
                  <a:srgbClr val="657B83"/>
                </a:solidFill>
                <a:effectLst/>
                <a:highlight>
                  <a:srgbClr val="FDF6E3"/>
                </a:highlight>
                <a:uFillTx/>
                <a:latin typeface="Consolas"/>
              </a:rPr>
              <a:t> </a:t>
            </a:r>
            <a:r>
              <a:rPr lang="en-US" sz="1600" b="0" u="none" strike="noStrike">
                <a:solidFill>
                  <a:srgbClr val="859900"/>
                </a:solidFill>
                <a:effectLst/>
                <a:highlight>
                  <a:srgbClr val="FDF6E3"/>
                </a:highlight>
                <a:uFillTx/>
                <a:latin typeface="Consolas"/>
              </a:rPr>
              <a:t>*</a:t>
            </a:r>
            <a:r>
              <a:rPr lang="en-US" sz="1600" b="0" u="none" strike="noStrike">
                <a:solidFill>
                  <a:srgbClr val="657B83"/>
                </a:solidFill>
                <a:effectLst/>
                <a:highlight>
                  <a:srgbClr val="FDF6E3"/>
                </a:highlight>
                <a:uFillTx/>
                <a:latin typeface="Consolas"/>
              </a:rPr>
              <a:t> </a:t>
            </a:r>
            <a:r>
              <a:rPr lang="en-US" sz="1600" b="0" u="none" strike="noStrike">
                <a:solidFill>
                  <a:srgbClr val="268BD2"/>
                </a:solidFill>
                <a:effectLst/>
                <a:highlight>
                  <a:srgbClr val="FDF6E3"/>
                </a:highlight>
                <a:uFillTx/>
                <a:latin typeface="Consolas"/>
              </a:rPr>
              <a:t>count</a:t>
            </a:r>
            <a:r>
              <a:rPr lang="en-US" sz="1600" b="0" u="none" strike="noStrike">
                <a:solidFill>
                  <a:srgbClr val="657B83"/>
                </a:solidFill>
                <a:effectLst/>
                <a:highlight>
                  <a:srgbClr val="FDF6E3"/>
                </a:highlight>
                <a:uFillTx/>
                <a:latin typeface="Consolas"/>
              </a:rPr>
              <a:t> </a:t>
            </a:r>
            <a:r>
              <a:rPr lang="en-US" sz="1600" b="0" u="none" strike="noStrike">
                <a:solidFill>
                  <a:srgbClr val="859900"/>
                </a:solidFill>
                <a:effectLst/>
                <a:highlight>
                  <a:srgbClr val="FDF6E3"/>
                </a:highlight>
                <a:uFillTx/>
                <a:latin typeface="Consolas"/>
              </a:rPr>
              <a:t>+</a:t>
            </a:r>
            <a:r>
              <a:rPr lang="en-US" sz="1600" b="0" u="none" strike="noStrike">
                <a:solidFill>
                  <a:srgbClr val="657B83"/>
                </a:solidFill>
                <a:effectLst/>
                <a:highlight>
                  <a:srgbClr val="FDF6E3"/>
                </a:highlight>
                <a:uFillTx/>
                <a:latin typeface="Consolas"/>
              </a:rPr>
              <a:t> </a:t>
            </a:r>
            <a:r>
              <a:rPr lang="en-US" sz="1600" b="0" u="none" strike="noStrike">
                <a:solidFill>
                  <a:srgbClr val="268BD2"/>
                </a:solidFill>
                <a:effectLst/>
                <a:highlight>
                  <a:srgbClr val="FDF6E3"/>
                </a:highlight>
                <a:uFillTx/>
                <a:latin typeface="Consolas"/>
              </a:rPr>
              <a:t>count</a:t>
            </a:r>
            <a:r>
              <a:rPr lang="en-US" sz="1600" b="0" u="none" strike="noStrike">
                <a:solidFill>
                  <a:srgbClr val="657B83"/>
                </a:solidFill>
                <a:effectLst/>
                <a:highlight>
                  <a:srgbClr val="FDF6E3"/>
                </a:highlight>
                <a:uFillTx/>
                <a:latin typeface="Consolas"/>
              </a:rPr>
              <a:t>; </a:t>
            </a:r>
            <a:r>
              <a:rPr lang="en-US" sz="1600" b="0" u="none" strike="noStrike">
                <a:solidFill>
                  <a:srgbClr val="268BD2"/>
                </a:solidFill>
                <a:effectLst/>
                <a:highlight>
                  <a:srgbClr val="FDF6E3"/>
                </a:highlight>
                <a:uFillTx/>
                <a:latin typeface="Consolas"/>
              </a:rPr>
              <a:t>j</a:t>
            </a:r>
            <a:r>
              <a:rPr lang="en-US" sz="1600" b="0" u="none" strike="noStrike">
                <a:solidFill>
                  <a:srgbClr val="859900"/>
                </a:solidFill>
                <a:effectLst/>
                <a:highlight>
                  <a:srgbClr val="FDF6E3"/>
                </a:highlight>
                <a:uFillTx/>
                <a:latin typeface="Consolas"/>
              </a:rPr>
              <a:t>++</a:t>
            </a:r>
            <a:r>
              <a:rPr lang="en-US" sz="1600" b="0" u="none" strike="noStrike">
                <a:solidFill>
                  <a:srgbClr val="657B83"/>
                </a:solidFill>
                <a:effectLst/>
                <a:highlight>
                  <a:srgbClr val="FDF6E3"/>
                </a:highlight>
                <a:uFillTx/>
                <a:latin typeface="Consolas"/>
              </a:rPr>
              <a:t>)</a:t>
            </a:r>
            <a:endParaRPr lang="en-US" sz="1600" b="0" u="none" strike="noStrike">
              <a:solidFill>
                <a:srgbClr val="000000"/>
              </a:solidFill>
              <a:effectLst/>
              <a:uFillTx/>
              <a:latin typeface="Arial"/>
            </a:endParaRPr>
          </a:p>
          <a:p>
            <a:pPr defTabSz="914400">
              <a:lnSpc>
                <a:spcPct val="100000"/>
              </a:lnSpc>
            </a:pPr>
            <a:r>
              <a:rPr lang="en-US" sz="1600" b="0" u="none" strike="noStrike">
                <a:solidFill>
                  <a:srgbClr val="657B83"/>
                </a:solidFill>
                <a:effectLst/>
                <a:highlight>
                  <a:srgbClr val="FDF6E3"/>
                </a:highlight>
                <a:uFillTx/>
                <a:latin typeface="Consolas"/>
              </a:rPr>
              <a:t>        {</a:t>
            </a:r>
            <a:endParaRPr lang="en-US" sz="1600" b="0" u="none" strike="noStrike">
              <a:solidFill>
                <a:srgbClr val="000000"/>
              </a:solidFill>
              <a:effectLst/>
              <a:uFillTx/>
              <a:latin typeface="Arial"/>
            </a:endParaRPr>
          </a:p>
          <a:p>
            <a:pPr defTabSz="914400">
              <a:lnSpc>
                <a:spcPct val="100000"/>
              </a:lnSpc>
            </a:pPr>
            <a:r>
              <a:rPr lang="en-US" sz="1600" b="0" u="none" strike="noStrike">
                <a:solidFill>
                  <a:srgbClr val="657B83"/>
                </a:solidFill>
                <a:effectLst/>
                <a:highlight>
                  <a:srgbClr val="FDF6E3"/>
                </a:highlight>
                <a:uFillTx/>
                <a:latin typeface="Consolas"/>
              </a:rPr>
              <a:t>            </a:t>
            </a:r>
            <a:r>
              <a:rPr lang="en-US" sz="1600" b="0" u="none" strike="noStrike">
                <a:solidFill>
                  <a:srgbClr val="268BD2"/>
                </a:solidFill>
                <a:effectLst/>
                <a:highlight>
                  <a:srgbClr val="FDF6E3"/>
                </a:highlight>
                <a:uFillTx/>
                <a:latin typeface="Consolas"/>
              </a:rPr>
              <a:t>printf</a:t>
            </a:r>
            <a:r>
              <a:rPr lang="en-US" sz="1600" b="0" u="none" strike="noStrike">
                <a:solidFill>
                  <a:srgbClr val="657B83"/>
                </a:solidFill>
                <a:effectLst/>
                <a:highlight>
                  <a:srgbClr val="FDF6E3"/>
                </a:highlight>
                <a:uFillTx/>
                <a:latin typeface="Consolas"/>
              </a:rPr>
              <a:t>(</a:t>
            </a:r>
            <a:r>
              <a:rPr lang="en-US" sz="1600" b="0" u="none" strike="noStrike">
                <a:solidFill>
                  <a:srgbClr val="2AA198"/>
                </a:solidFill>
                <a:effectLst/>
                <a:highlight>
                  <a:srgbClr val="FDF6E3"/>
                </a:highlight>
                <a:uFillTx/>
                <a:latin typeface="Consolas"/>
              </a:rPr>
              <a:t>"</a:t>
            </a:r>
            <a:r>
              <a:rPr lang="en-US" sz="1600" b="0" u="none" strike="noStrike">
                <a:solidFill>
                  <a:srgbClr val="CB4B16"/>
                </a:solidFill>
                <a:effectLst/>
                <a:highlight>
                  <a:srgbClr val="FDF6E3"/>
                </a:highlight>
                <a:uFillTx/>
                <a:latin typeface="Consolas"/>
              </a:rPr>
              <a:t>%2i</a:t>
            </a:r>
            <a:r>
              <a:rPr lang="en-US" sz="1600" b="0" u="none" strike="noStrike">
                <a:solidFill>
                  <a:srgbClr val="2AA198"/>
                </a:solidFill>
                <a:effectLst/>
                <a:highlight>
                  <a:srgbClr val="FDF6E3"/>
                </a:highlight>
                <a:uFillTx/>
                <a:latin typeface="Consolas"/>
              </a:rPr>
              <a:t> "</a:t>
            </a:r>
            <a:r>
              <a:rPr lang="en-US" sz="1600" b="0" u="none" strike="noStrike">
                <a:solidFill>
                  <a:srgbClr val="657B83"/>
                </a:solidFill>
                <a:effectLst/>
                <a:highlight>
                  <a:srgbClr val="FDF6E3"/>
                </a:highlight>
                <a:uFillTx/>
                <a:latin typeface="Consolas"/>
              </a:rPr>
              <a:t>, </a:t>
            </a:r>
            <a:r>
              <a:rPr lang="en-US" sz="1600" b="0" u="none" strike="noStrike">
                <a:solidFill>
                  <a:srgbClr val="268BD2"/>
                </a:solidFill>
                <a:effectLst/>
                <a:highlight>
                  <a:srgbClr val="FDF6E3"/>
                </a:highlight>
                <a:uFillTx/>
                <a:latin typeface="Consolas"/>
              </a:rPr>
              <a:t>j</a:t>
            </a:r>
            <a:r>
              <a:rPr lang="en-US" sz="1600" b="0" u="none" strike="noStrike">
                <a:solidFill>
                  <a:srgbClr val="657B83"/>
                </a:solidFill>
                <a:effectLst/>
                <a:highlight>
                  <a:srgbClr val="FDF6E3"/>
                </a:highlight>
                <a:uFillTx/>
                <a:latin typeface="Consolas"/>
              </a:rPr>
              <a:t>);</a:t>
            </a:r>
            <a:endParaRPr lang="en-US" sz="1600" b="0" u="none" strike="noStrike">
              <a:solidFill>
                <a:srgbClr val="000000"/>
              </a:solidFill>
              <a:effectLst/>
              <a:uFillTx/>
              <a:latin typeface="Arial"/>
            </a:endParaRPr>
          </a:p>
          <a:p>
            <a:pPr defTabSz="914400">
              <a:lnSpc>
                <a:spcPct val="100000"/>
              </a:lnSpc>
            </a:pPr>
            <a:r>
              <a:rPr lang="en-US" sz="1600" b="0" u="none" strike="noStrike">
                <a:solidFill>
                  <a:srgbClr val="657B83"/>
                </a:solidFill>
                <a:effectLst/>
                <a:highlight>
                  <a:srgbClr val="FDF6E3"/>
                </a:highlight>
                <a:uFillTx/>
                <a:latin typeface="Consolas"/>
              </a:rPr>
              <a:t>        }</a:t>
            </a:r>
            <a:endParaRPr lang="en-US" sz="1600" b="0" u="none" strike="noStrike">
              <a:solidFill>
                <a:srgbClr val="000000"/>
              </a:solidFill>
              <a:effectLst/>
              <a:uFillTx/>
              <a:latin typeface="Arial"/>
            </a:endParaRPr>
          </a:p>
          <a:p>
            <a:pPr defTabSz="914400">
              <a:lnSpc>
                <a:spcPct val="100000"/>
              </a:lnSpc>
            </a:pPr>
            <a:r>
              <a:rPr lang="en-US" sz="1600" b="0" u="none" strike="noStrike">
                <a:solidFill>
                  <a:srgbClr val="657B83"/>
                </a:solidFill>
                <a:effectLst/>
                <a:highlight>
                  <a:srgbClr val="FDF6E3"/>
                </a:highlight>
                <a:uFillTx/>
                <a:latin typeface="Consolas"/>
              </a:rPr>
              <a:t>        </a:t>
            </a:r>
            <a:r>
              <a:rPr lang="en-US" sz="1600" b="0" u="none" strike="noStrike">
                <a:solidFill>
                  <a:srgbClr val="268BD2"/>
                </a:solidFill>
                <a:effectLst/>
                <a:highlight>
                  <a:srgbClr val="FDF6E3"/>
                </a:highlight>
                <a:uFillTx/>
                <a:latin typeface="Consolas"/>
              </a:rPr>
              <a:t>printf</a:t>
            </a:r>
            <a:r>
              <a:rPr lang="en-US" sz="1600" b="0" u="none" strike="noStrike">
                <a:solidFill>
                  <a:srgbClr val="657B83"/>
                </a:solidFill>
                <a:effectLst/>
                <a:highlight>
                  <a:srgbClr val="FDF6E3"/>
                </a:highlight>
                <a:uFillTx/>
                <a:latin typeface="Consolas"/>
              </a:rPr>
              <a:t>(</a:t>
            </a:r>
            <a:r>
              <a:rPr lang="en-US" sz="1600" b="0" u="none" strike="noStrike">
                <a:solidFill>
                  <a:srgbClr val="2AA198"/>
                </a:solidFill>
                <a:effectLst/>
                <a:highlight>
                  <a:srgbClr val="FDF6E3"/>
                </a:highlight>
                <a:uFillTx/>
                <a:latin typeface="Consolas"/>
              </a:rPr>
              <a:t>"</a:t>
            </a:r>
            <a:r>
              <a:rPr lang="en-US" sz="1600" b="0" u="none" strike="noStrike">
                <a:solidFill>
                  <a:srgbClr val="CB4B16"/>
                </a:solidFill>
                <a:effectLst/>
                <a:highlight>
                  <a:srgbClr val="FDF6E3"/>
                </a:highlight>
                <a:uFillTx/>
                <a:latin typeface="Consolas"/>
              </a:rPr>
              <a:t>\n</a:t>
            </a:r>
            <a:r>
              <a:rPr lang="en-US" sz="1600" b="0" u="none" strike="noStrike">
                <a:solidFill>
                  <a:srgbClr val="2AA198"/>
                </a:solidFill>
                <a:effectLst/>
                <a:highlight>
                  <a:srgbClr val="FDF6E3"/>
                </a:highlight>
                <a:uFillTx/>
                <a:latin typeface="Consolas"/>
              </a:rPr>
              <a:t>"</a:t>
            </a:r>
            <a:r>
              <a:rPr lang="en-US" sz="1600" b="0" u="none" strike="noStrike">
                <a:solidFill>
                  <a:srgbClr val="657B83"/>
                </a:solidFill>
                <a:effectLst/>
                <a:highlight>
                  <a:srgbClr val="FDF6E3"/>
                </a:highlight>
                <a:uFillTx/>
                <a:latin typeface="Consolas"/>
              </a:rPr>
              <a:t>);</a:t>
            </a:r>
            <a:endParaRPr lang="en-US" sz="1600" b="0" u="none" strike="noStrike">
              <a:solidFill>
                <a:srgbClr val="000000"/>
              </a:solidFill>
              <a:effectLst/>
              <a:uFillTx/>
              <a:latin typeface="Arial"/>
            </a:endParaRPr>
          </a:p>
          <a:p>
            <a:pPr defTabSz="914400">
              <a:lnSpc>
                <a:spcPct val="100000"/>
              </a:lnSpc>
            </a:pPr>
            <a:r>
              <a:rPr lang="en-US" sz="1600" b="0" u="none" strike="noStrike">
                <a:solidFill>
                  <a:srgbClr val="657B83"/>
                </a:solidFill>
                <a:effectLst/>
                <a:highlight>
                  <a:srgbClr val="FDF6E3"/>
                </a:highlight>
                <a:uFillTx/>
                <a:latin typeface="Consolas"/>
              </a:rPr>
              <a:t>    }</a:t>
            </a:r>
            <a:endParaRPr lang="en-US" sz="1600" b="0" u="none" strike="noStrike">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 name="PlaceHolder 1"/>
          <p:cNvSpPr>
            <a:spLocks noGrp="1"/>
          </p:cNvSpPr>
          <p:nvPr>
            <p:ph type="title" hasCustomPrompt="1"/>
          </p:nvPr>
        </p:nvSpPr>
        <p:spPr>
          <a:xfrm>
            <a:off x="587520" y="359280"/>
            <a:ext cx="6140520" cy="1621080"/>
          </a:xfrm>
          <a:prstGeom prst="rect">
            <a:avLst/>
          </a:prstGeom>
          <a:noFill/>
          <a:ln w="0">
            <a:noFill/>
          </a:ln>
        </p:spPr>
        <p:txBody>
          <a:bodyPr lIns="0" tIns="191880" rIns="0" bIns="0" anchor="t">
            <a:noAutofit/>
          </a:bodyPr>
          <a:lstStyle/>
          <a:p>
            <a:pPr indent="0" algn="l" defTabSz="914400">
              <a:lnSpc>
                <a:spcPct val="100000"/>
              </a:lnSpc>
              <a:buNone/>
            </a:pPr>
            <a:r>
              <a:rPr lang="da-DK" sz="3600" b="1" u="none" strike="noStrike" spc="300">
                <a:solidFill>
                  <a:schemeClr val="dk1"/>
                </a:solidFill>
                <a:effectLst/>
                <a:uFillTx/>
                <a:latin typeface="Consolas"/>
              </a:rPr>
              <a:t>Argc, argv</a:t>
            </a:r>
            <a:endParaRPr lang="en-US" sz="3600" b="1" u="none" strike="noStrike" spc="300">
              <a:solidFill>
                <a:schemeClr val="dk1"/>
              </a:solidFill>
              <a:effectLst/>
              <a:uFillTx/>
              <a:latin typeface="Consolas"/>
            </a:endParaRPr>
          </a:p>
        </p:txBody>
      </p:sp>
      <p:pic>
        <p:nvPicPr>
          <p:cNvPr id="1036" name="Pladsholder til billede 33"/>
          <p:cNvPicPr/>
          <p:nvPr/>
        </p:nvPicPr>
        <p:blipFill>
          <a:blip r:embed="rId2"/>
          <a:srcRect l="30513" r="30513"/>
          <a:stretch/>
        </p:blipFill>
        <p:spPr>
          <a:xfrm>
            <a:off x="7439040" y="0"/>
            <a:ext cx="4752720" cy="6857640"/>
          </a:xfrm>
          <a:prstGeom prst="rect">
            <a:avLst/>
          </a:prstGeom>
          <a:pattFill prst="wdUpDiag">
            <a:fgClr>
              <a:srgbClr val="211A52"/>
            </a:fgClr>
            <a:bgClr>
              <a:srgbClr val="FFFFFF"/>
            </a:bgClr>
          </a:pattFill>
          <a:ln w="0">
            <a:noFill/>
          </a:ln>
        </p:spPr>
      </p:pic>
      <p:sp>
        <p:nvSpPr>
          <p:cNvPr id="1037" name="PlaceHolder 2"/>
          <p:cNvSpPr>
            <a:spLocks noGrp="1"/>
          </p:cNvSpPr>
          <p:nvPr>
            <p:ph hasCustomPrompt="1"/>
          </p:nvPr>
        </p:nvSpPr>
        <p:spPr>
          <a:xfrm>
            <a:off x="587520" y="2143440"/>
            <a:ext cx="4489920" cy="3751920"/>
          </a:xfrm>
          <a:prstGeom prst="rect">
            <a:avLst/>
          </a:prstGeom>
          <a:noFill/>
          <a:ln w="0">
            <a:noFill/>
          </a:ln>
        </p:spPr>
        <p:txBody>
          <a:bodyPr lIns="0" tIns="45720" rIns="0" bIns="45720" anchor="t">
            <a:noAutofit/>
          </a:bodyPr>
          <a:lstStyle/>
          <a:p>
            <a:pPr marL="285840" indent="-285840" algn="l" defTabSz="914400">
              <a:lnSpc>
                <a:spcPct val="100000"/>
              </a:lnSpc>
              <a:spcBef>
                <a:spcPts val="601"/>
              </a:spcBef>
              <a:buSzPct val="100051"/>
              <a:buBlip>
                <a:blip r:embed="rId3"/>
              </a:buBlip>
            </a:pPr>
            <a:r>
              <a:rPr lang="da-DK" sz="1600" b="0" u="none" strike="noStrike">
                <a:solidFill>
                  <a:schemeClr val="dk1"/>
                </a:solidFill>
                <a:effectLst/>
                <a:uFillTx/>
                <a:latin typeface="Consolas"/>
              </a:rPr>
              <a:t>Dette laver jeg som et eksempel</a:t>
            </a:r>
            <a:endParaRPr lang="en-US" sz="1600" b="0" u="none" strike="noStrike">
              <a:solidFill>
                <a:schemeClr val="dk1"/>
              </a:solidFill>
              <a:effectLst/>
              <a:uFillTx/>
              <a:latin typeface="Consolas"/>
            </a:endParaRPr>
          </a:p>
        </p:txBody>
      </p:sp>
      <p:sp>
        <p:nvSpPr>
          <p:cNvPr id="4" name="PlaceHolder 3"/>
          <p:cNvSpPr>
            <a:spLocks noGrp="1"/>
          </p:cNvSpPr>
          <p:nvPr>
            <p:ph type="sldNum" idx="8"/>
          </p:nvPr>
        </p:nvSpPr>
        <p:spPr/>
        <p:txBody>
          <a:bodyPr/>
          <a:lstStyle/>
          <a:p>
            <a:fld id="{9B4CDBC9-3BDD-4B37-B8CB-AA7C5C70A118}" type="slidenum">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8" name="PlaceHolder 1"/>
          <p:cNvSpPr>
            <a:spLocks noGrp="1"/>
          </p:cNvSpPr>
          <p:nvPr>
            <p:ph type="title" hasCustomPrompt="1"/>
          </p:nvPr>
        </p:nvSpPr>
        <p:spPr>
          <a:xfrm>
            <a:off x="587520" y="370440"/>
            <a:ext cx="11026800" cy="1474200"/>
          </a:xfrm>
          <a:prstGeom prst="rect">
            <a:avLst/>
          </a:prstGeom>
          <a:noFill/>
          <a:ln w="0">
            <a:noFill/>
          </a:ln>
        </p:spPr>
        <p:txBody>
          <a:bodyPr lIns="0" tIns="191880" rIns="0" bIns="0" anchor="t">
            <a:noAutofit/>
          </a:bodyPr>
          <a:lstStyle/>
          <a:p>
            <a:pPr indent="0" algn="l" defTabSz="914400">
              <a:lnSpc>
                <a:spcPct val="100000"/>
              </a:lnSpc>
              <a:buNone/>
            </a:pPr>
            <a:r>
              <a:rPr lang="da-DK" sz="3600" b="1" u="none" strike="noStrike" spc="300">
                <a:solidFill>
                  <a:schemeClr val="dk1"/>
                </a:solidFill>
                <a:effectLst/>
                <a:uFillTx/>
                <a:latin typeface="Consolas"/>
              </a:rPr>
              <a:t>Hvad er </a:t>
            </a:r>
            <a:r>
              <a:rPr lang="en-US" sz="3600" b="1" u="none" strike="noStrike" spc="300">
                <a:solidFill>
                  <a:srgbClr val="586E75"/>
                </a:solidFill>
                <a:effectLst/>
                <a:uFillTx/>
                <a:latin typeface="Consolas"/>
              </a:rPr>
              <a:t>int</a:t>
            </a:r>
            <a:r>
              <a:rPr lang="en-US" sz="3600" b="0" u="none" strike="noStrike" spc="300">
                <a:solidFill>
                  <a:srgbClr val="657B83"/>
                </a:solidFill>
                <a:effectLst/>
                <a:uFillTx/>
                <a:latin typeface="Consolas"/>
              </a:rPr>
              <a:t> argc, </a:t>
            </a:r>
            <a:r>
              <a:rPr lang="en-US" sz="3600" b="1" u="none" strike="noStrike" spc="300">
                <a:solidFill>
                  <a:srgbClr val="586E75"/>
                </a:solidFill>
                <a:effectLst/>
                <a:uFillTx/>
                <a:latin typeface="Consolas"/>
              </a:rPr>
              <a:t>char</a:t>
            </a:r>
            <a:r>
              <a:rPr lang="en-US" sz="3600" b="0" u="none" strike="noStrike" spc="300">
                <a:solidFill>
                  <a:srgbClr val="657B83"/>
                </a:solidFill>
                <a:effectLst/>
                <a:uFillTx/>
                <a:latin typeface="Consolas"/>
              </a:rPr>
              <a:t> </a:t>
            </a:r>
            <a:r>
              <a:rPr lang="en-US" sz="3600" b="1" u="none" strike="noStrike" spc="300">
                <a:solidFill>
                  <a:srgbClr val="586E75"/>
                </a:solidFill>
                <a:effectLst/>
                <a:uFillTx/>
                <a:latin typeface="Consolas"/>
              </a:rPr>
              <a:t>const</a:t>
            </a:r>
            <a:r>
              <a:rPr lang="en-US" sz="3600" b="0" u="none" strike="noStrike" spc="300">
                <a:solidFill>
                  <a:srgbClr val="657B83"/>
                </a:solidFill>
                <a:effectLst/>
                <a:uFillTx/>
                <a:latin typeface="Consolas"/>
              </a:rPr>
              <a:t> </a:t>
            </a:r>
            <a:r>
              <a:rPr lang="en-US" sz="3600" b="0" u="none" strike="noStrike" spc="300">
                <a:solidFill>
                  <a:srgbClr val="859900"/>
                </a:solidFill>
                <a:effectLst/>
                <a:uFillTx/>
                <a:latin typeface="Consolas"/>
              </a:rPr>
              <a:t>*</a:t>
            </a:r>
            <a:r>
              <a:rPr lang="en-US" sz="3600" b="0" u="none" strike="noStrike" spc="300">
                <a:solidFill>
                  <a:srgbClr val="657B83"/>
                </a:solidFill>
                <a:effectLst/>
                <a:uFillTx/>
                <a:latin typeface="Consolas"/>
              </a:rPr>
              <a:t>argv</a:t>
            </a:r>
            <a:r>
              <a:rPr lang="en-US" sz="3600" b="1" u="none" strike="noStrike" spc="300">
                <a:solidFill>
                  <a:srgbClr val="586E75"/>
                </a:solidFill>
                <a:effectLst/>
                <a:uFillTx/>
                <a:latin typeface="Consolas"/>
              </a:rPr>
              <a:t>[]?</a:t>
            </a:r>
            <a:r>
              <a:rPr lang="da-DK" sz="3600" b="1" u="none" strike="noStrike" spc="300">
                <a:solidFill>
                  <a:schemeClr val="dk1"/>
                </a:solidFill>
                <a:effectLst/>
                <a:uFillTx/>
                <a:latin typeface="Consolas"/>
              </a:rPr>
              <a:t> </a:t>
            </a:r>
            <a:br>
              <a:rPr sz="3600"/>
            </a:br>
            <a:r>
              <a:rPr lang="da-DK" sz="2800" b="1" u="none" strike="noStrike" spc="300">
                <a:solidFill>
                  <a:schemeClr val="dk1"/>
                </a:solidFill>
                <a:effectLst/>
                <a:uFillTx/>
                <a:latin typeface="Consolas"/>
              </a:rPr>
              <a:t>Inputs til program</a:t>
            </a:r>
            <a:endParaRPr lang="en-US" sz="2800" b="1" u="none" strike="noStrike" spc="300">
              <a:solidFill>
                <a:schemeClr val="dk1"/>
              </a:solidFill>
              <a:effectLst/>
              <a:uFillTx/>
              <a:latin typeface="Consolas"/>
            </a:endParaRPr>
          </a:p>
        </p:txBody>
      </p:sp>
      <p:sp>
        <p:nvSpPr>
          <p:cNvPr id="1039" name="PlaceHolder 2"/>
          <p:cNvSpPr>
            <a:spLocks noGrp="1"/>
          </p:cNvSpPr>
          <p:nvPr>
            <p:ph hasCustomPrompt="1"/>
          </p:nvPr>
        </p:nvSpPr>
        <p:spPr>
          <a:xfrm>
            <a:off x="587520" y="2065320"/>
            <a:ext cx="5281920" cy="3704040"/>
          </a:xfrm>
          <a:prstGeom prst="rect">
            <a:avLst/>
          </a:prstGeom>
          <a:noFill/>
          <a:ln w="0">
            <a:noFill/>
          </a:ln>
        </p:spPr>
        <p:txBody>
          <a:bodyPr lIns="0" tIns="45720" rIns="0" bIns="45720" anchor="t">
            <a:normAutofit fontScale="70000" lnSpcReduction="20000"/>
          </a:bodyPr>
          <a:lstStyle/>
          <a:p>
            <a:pPr marL="285840" indent="-285840" algn="l" defTabSz="914400">
              <a:lnSpc>
                <a:spcPct val="120000"/>
              </a:lnSpc>
              <a:spcBef>
                <a:spcPts val="1001"/>
              </a:spcBef>
              <a:buSzPct val="100051"/>
              <a:buBlip>
                <a:blip r:embed="rId2"/>
              </a:buBlip>
            </a:pPr>
            <a:r>
              <a:rPr lang="da-DK" sz="1600" b="0" u="none" strike="noStrike">
                <a:solidFill>
                  <a:schemeClr val="dk1"/>
                </a:solidFill>
                <a:effectLst/>
                <a:uFillTx/>
                <a:latin typeface="Consolas"/>
              </a:rPr>
              <a:t>Man kan bruge inputs til sin main funktion, som placeres i argv (se programmet til højre). </a:t>
            </a:r>
            <a:endParaRPr lang="en-US" sz="1600" b="0" u="none" strike="noStrike">
              <a:solidFill>
                <a:schemeClr val="dk1"/>
              </a:solidFill>
              <a:effectLst/>
              <a:uFillTx/>
              <a:latin typeface="Consolas"/>
            </a:endParaRPr>
          </a:p>
          <a:p>
            <a:pPr marL="623880" lvl="1" indent="-285840" algn="l" defTabSz="914400">
              <a:lnSpc>
                <a:spcPct val="120000"/>
              </a:lnSpc>
              <a:spcBef>
                <a:spcPts val="499"/>
              </a:spcBef>
              <a:buSzPct val="100058"/>
              <a:buBlip>
                <a:blip r:embed="rId2"/>
              </a:buBlip>
            </a:pPr>
            <a:r>
              <a:rPr lang="da-DK" sz="1400" b="0" u="none" strike="noStrike">
                <a:solidFill>
                  <a:schemeClr val="dk1"/>
                </a:solidFill>
                <a:effectLst/>
                <a:uFillTx/>
                <a:latin typeface="Consolas"/>
              </a:rPr>
              <a:t>Alle inputs i </a:t>
            </a:r>
            <a:r>
              <a:rPr lang="da-DK" sz="1400" b="0" i="1" u="none" strike="noStrike">
                <a:solidFill>
                  <a:schemeClr val="dk1"/>
                </a:solidFill>
                <a:effectLst/>
                <a:uFillTx/>
                <a:latin typeface="Consolas"/>
              </a:rPr>
              <a:t>argv</a:t>
            </a:r>
            <a:r>
              <a:rPr lang="da-DK" sz="1400" b="0" u="none" strike="noStrike">
                <a:solidFill>
                  <a:schemeClr val="dk1"/>
                </a:solidFill>
                <a:effectLst/>
                <a:uFillTx/>
                <a:latin typeface="Consolas"/>
              </a:rPr>
              <a:t> er strings, som kan læses via argv[i], hvor i er et tal.</a:t>
            </a:r>
            <a:endParaRPr lang="en-US" sz="1400" b="0" u="none" strike="noStrike">
              <a:solidFill>
                <a:schemeClr val="dk1"/>
              </a:solidFill>
              <a:effectLst/>
              <a:uFillTx/>
              <a:latin typeface="Consolas"/>
            </a:endParaRPr>
          </a:p>
          <a:p>
            <a:pPr marL="285840" indent="-285840" algn="l" defTabSz="914400">
              <a:lnSpc>
                <a:spcPct val="120000"/>
              </a:lnSpc>
              <a:spcBef>
                <a:spcPts val="1001"/>
              </a:spcBef>
              <a:buSzPct val="100051"/>
              <a:buBlip>
                <a:blip r:embed="rId2"/>
              </a:buBlip>
            </a:pPr>
            <a:r>
              <a:rPr lang="da-DK" sz="1600" b="0" u="none" strike="noStrike">
                <a:solidFill>
                  <a:schemeClr val="dk1"/>
                </a:solidFill>
                <a:effectLst/>
                <a:uFillTx/>
                <a:latin typeface="Consolas"/>
              </a:rPr>
              <a:t>opg a: Hvad fortæller argc?</a:t>
            </a:r>
            <a:endParaRPr lang="en-US" sz="1600" b="0" u="none" strike="noStrike">
              <a:solidFill>
                <a:schemeClr val="dk1"/>
              </a:solidFill>
              <a:effectLst/>
              <a:uFillTx/>
              <a:latin typeface="Consolas"/>
            </a:endParaRPr>
          </a:p>
          <a:p>
            <a:pPr marL="623880" lvl="1" indent="-285840" algn="l" defTabSz="914400">
              <a:lnSpc>
                <a:spcPct val="120000"/>
              </a:lnSpc>
              <a:spcBef>
                <a:spcPts val="499"/>
              </a:spcBef>
              <a:buSzPct val="100058"/>
              <a:buBlip>
                <a:blip r:embed="rId2"/>
              </a:buBlip>
            </a:pPr>
            <a:r>
              <a:rPr lang="da-DK" sz="1400" b="0" u="none" strike="noStrike">
                <a:solidFill>
                  <a:schemeClr val="dk1"/>
                </a:solidFill>
                <a:effectLst/>
                <a:uFillTx/>
                <a:latin typeface="Consolas"/>
              </a:rPr>
              <a:t>gcc p05_loops4.c -o p05_loops4</a:t>
            </a:r>
            <a:endParaRPr lang="en-US" sz="1400" b="0" u="none" strike="noStrike">
              <a:solidFill>
                <a:schemeClr val="dk1"/>
              </a:solidFill>
              <a:effectLst/>
              <a:uFillTx/>
              <a:latin typeface="Consolas"/>
            </a:endParaRPr>
          </a:p>
          <a:p>
            <a:pPr marL="623880" lvl="1" indent="-285840" algn="l" defTabSz="914400">
              <a:lnSpc>
                <a:spcPct val="120000"/>
              </a:lnSpc>
              <a:spcBef>
                <a:spcPts val="499"/>
              </a:spcBef>
              <a:buSzPct val="100058"/>
              <a:buBlip>
                <a:blip r:embed="rId2"/>
              </a:buBlip>
            </a:pPr>
            <a:r>
              <a:rPr lang="da-DK" sz="1400" b="0" u="none" strike="noStrike">
                <a:solidFill>
                  <a:schemeClr val="dk1"/>
                </a:solidFill>
                <a:effectLst/>
                <a:uFillTx/>
                <a:latin typeface="Consolas"/>
              </a:rPr>
              <a:t>./p05_loops4.exe</a:t>
            </a:r>
            <a:endParaRPr lang="en-US" sz="1400" b="0" u="none" strike="noStrike">
              <a:solidFill>
                <a:schemeClr val="dk1"/>
              </a:solidFill>
              <a:effectLst/>
              <a:uFillTx/>
              <a:latin typeface="Consolas"/>
            </a:endParaRPr>
          </a:p>
          <a:p>
            <a:pPr marL="623880" lvl="1" indent="-285840" algn="l" defTabSz="914400">
              <a:lnSpc>
                <a:spcPct val="120000"/>
              </a:lnSpc>
              <a:spcBef>
                <a:spcPts val="499"/>
              </a:spcBef>
              <a:buSzPct val="100058"/>
              <a:buBlip>
                <a:blip r:embed="rId2"/>
              </a:buBlip>
            </a:pPr>
            <a:r>
              <a:rPr lang="da-DK" sz="1400" b="0" u="none" strike="noStrike">
                <a:solidFill>
                  <a:schemeClr val="dk1"/>
                </a:solidFill>
                <a:effectLst/>
                <a:uFillTx/>
                <a:latin typeface="Consolas"/>
              </a:rPr>
              <a:t>./p05_loops4.exe 1 2 3</a:t>
            </a:r>
            <a:endParaRPr lang="en-US" sz="1400" b="0" u="none" strike="noStrike">
              <a:solidFill>
                <a:schemeClr val="dk1"/>
              </a:solidFill>
              <a:effectLst/>
              <a:uFillTx/>
              <a:latin typeface="Consolas"/>
            </a:endParaRPr>
          </a:p>
          <a:p>
            <a:pPr marL="623880" lvl="1" indent="-285840" algn="l" defTabSz="914400">
              <a:lnSpc>
                <a:spcPct val="120000"/>
              </a:lnSpc>
              <a:spcBef>
                <a:spcPts val="499"/>
              </a:spcBef>
              <a:buSzPct val="100058"/>
              <a:buBlip>
                <a:blip r:embed="rId2"/>
              </a:buBlip>
            </a:pPr>
            <a:r>
              <a:rPr lang="da-DK" sz="1400" b="0" u="none" strike="noStrike">
                <a:solidFill>
                  <a:schemeClr val="dk1"/>
                </a:solidFill>
                <a:effectLst/>
                <a:uFillTx/>
                <a:latin typeface="Consolas"/>
              </a:rPr>
              <a:t>./p05_loops4.exe 1 2 3 hej</a:t>
            </a:r>
            <a:endParaRPr lang="en-US" sz="1400" b="0" u="none" strike="noStrike">
              <a:solidFill>
                <a:schemeClr val="dk1"/>
              </a:solidFill>
              <a:effectLst/>
              <a:uFillTx/>
              <a:latin typeface="Consolas"/>
            </a:endParaRPr>
          </a:p>
          <a:p>
            <a:pPr marL="285840" indent="-285840" algn="l" defTabSz="914400">
              <a:lnSpc>
                <a:spcPct val="120000"/>
              </a:lnSpc>
              <a:spcBef>
                <a:spcPts val="1001"/>
              </a:spcBef>
              <a:buSzPct val="100051"/>
              <a:buBlip>
                <a:blip r:embed="rId2"/>
              </a:buBlip>
            </a:pPr>
            <a:r>
              <a:rPr lang="da-DK" sz="1600" b="0" u="none" strike="noStrike">
                <a:solidFill>
                  <a:schemeClr val="dk1"/>
                </a:solidFill>
                <a:effectLst/>
                <a:uFillTx/>
                <a:latin typeface="Consolas"/>
              </a:rPr>
              <a:t>opg b: argv[0] giver string element 0 (man tæller fra 0), men hvad er værdien af argv[0]?</a:t>
            </a:r>
            <a:endParaRPr lang="en-US" sz="1600" b="0" u="none" strike="noStrike">
              <a:solidFill>
                <a:schemeClr val="dk1"/>
              </a:solidFill>
              <a:effectLst/>
              <a:uFillTx/>
              <a:latin typeface="Consolas"/>
            </a:endParaRPr>
          </a:p>
          <a:p>
            <a:pPr marL="623880" lvl="1" indent="-285840" algn="l" defTabSz="914400">
              <a:lnSpc>
                <a:spcPct val="120000"/>
              </a:lnSpc>
              <a:spcBef>
                <a:spcPts val="499"/>
              </a:spcBef>
              <a:buSzPct val="100058"/>
              <a:buBlip>
                <a:blip r:embed="rId2"/>
              </a:buBlip>
            </a:pPr>
            <a:r>
              <a:rPr lang="da-DK" sz="1400" b="0" u="none" strike="noStrike">
                <a:solidFill>
                  <a:schemeClr val="dk1"/>
                </a:solidFill>
                <a:effectLst/>
                <a:uFillTx/>
                <a:latin typeface="Consolas"/>
              </a:rPr>
              <a:t>Brug en printf til at printe dette til terminalen.</a:t>
            </a:r>
            <a:endParaRPr lang="en-US" sz="1400" b="0" u="none" strike="noStrike">
              <a:solidFill>
                <a:schemeClr val="dk1"/>
              </a:solidFill>
              <a:effectLst/>
              <a:uFillTx/>
              <a:latin typeface="Consolas"/>
            </a:endParaRPr>
          </a:p>
          <a:p>
            <a:pPr marL="285840" indent="-285840" algn="l" defTabSz="914400">
              <a:lnSpc>
                <a:spcPct val="120000"/>
              </a:lnSpc>
              <a:spcBef>
                <a:spcPts val="1001"/>
              </a:spcBef>
              <a:buSzPct val="100051"/>
              <a:buBlip>
                <a:blip r:embed="rId2"/>
              </a:buBlip>
            </a:pPr>
            <a:r>
              <a:rPr lang="da-DK" sz="1600" b="0" u="none" strike="noStrike">
                <a:solidFill>
                  <a:schemeClr val="dk1"/>
                </a:solidFill>
                <a:effectLst/>
                <a:uFillTx/>
                <a:latin typeface="Consolas"/>
              </a:rPr>
              <a:t>opg c: lav en printf af alle argv elementer</a:t>
            </a:r>
            <a:endParaRPr lang="en-US" sz="1600" b="0" u="none" strike="noStrike">
              <a:solidFill>
                <a:schemeClr val="dk1"/>
              </a:solidFill>
              <a:effectLst/>
              <a:uFillTx/>
              <a:latin typeface="Consolas"/>
            </a:endParaRPr>
          </a:p>
          <a:p>
            <a:pPr marL="623880" lvl="1" indent="-285840" algn="l" defTabSz="914400">
              <a:lnSpc>
                <a:spcPct val="120000"/>
              </a:lnSpc>
              <a:spcBef>
                <a:spcPts val="499"/>
              </a:spcBef>
              <a:buSzPct val="100058"/>
              <a:buBlip>
                <a:blip r:embed="rId2"/>
              </a:buBlip>
            </a:pPr>
            <a:r>
              <a:rPr lang="da-DK" sz="1400" b="0" u="none" strike="noStrike">
                <a:solidFill>
                  <a:schemeClr val="dk1"/>
                </a:solidFill>
                <a:effectLst/>
                <a:uFillTx/>
                <a:latin typeface="Consolas"/>
              </a:rPr>
              <a:t>hint: lav et loop som går gennem alle elementer af argv</a:t>
            </a:r>
            <a:endParaRPr lang="en-US" sz="1400" b="0" u="none" strike="noStrike">
              <a:solidFill>
                <a:schemeClr val="dk1"/>
              </a:solidFill>
              <a:effectLst/>
              <a:uFillTx/>
              <a:latin typeface="Consolas"/>
            </a:endParaRPr>
          </a:p>
          <a:p>
            <a:pPr marL="623880" lvl="1" indent="-285840" algn="l" defTabSz="914400">
              <a:lnSpc>
                <a:spcPct val="120000"/>
              </a:lnSpc>
              <a:spcBef>
                <a:spcPts val="499"/>
              </a:spcBef>
              <a:buSzPct val="100058"/>
              <a:buBlip>
                <a:blip r:embed="rId2"/>
              </a:buBlip>
            </a:pPr>
            <a:r>
              <a:rPr lang="da-DK" sz="1400" b="0" u="none" strike="noStrike">
                <a:solidFill>
                  <a:schemeClr val="dk1"/>
                </a:solidFill>
                <a:effectLst/>
                <a:uFillTx/>
                <a:latin typeface="Consolas"/>
              </a:rPr>
              <a:t>hint: </a:t>
            </a:r>
            <a:r>
              <a:rPr lang="da-DK" sz="1400" b="0" u="sng" strike="noStrike">
                <a:solidFill>
                  <a:schemeClr val="dk1"/>
                </a:solidFill>
                <a:effectLst/>
                <a:uFillTx/>
                <a:latin typeface="Consolas"/>
                <a:hlinkClick r:id="rId3"/>
              </a:rPr>
              <a:t>https://manual.cs50.io/</a:t>
            </a:r>
            <a:r>
              <a:rPr lang="da-DK" sz="1400" b="0" u="none" strike="noStrike">
                <a:solidFill>
                  <a:schemeClr val="dk1"/>
                </a:solidFill>
                <a:effectLst/>
                <a:uFillTx/>
                <a:latin typeface="Consolas"/>
              </a:rPr>
              <a:t> læs omkring printf</a:t>
            </a:r>
            <a:endParaRPr lang="en-US" sz="1400" b="0" u="none" strike="noStrike">
              <a:solidFill>
                <a:schemeClr val="dk1"/>
              </a:solidFill>
              <a:effectLst/>
              <a:uFillTx/>
              <a:latin typeface="Consolas"/>
            </a:endParaRPr>
          </a:p>
          <a:p>
            <a:pPr indent="0" algn="l" defTabSz="914400">
              <a:lnSpc>
                <a:spcPct val="120000"/>
              </a:lnSpc>
              <a:spcBef>
                <a:spcPts val="499"/>
              </a:spcBef>
              <a:buNone/>
            </a:pPr>
            <a:endParaRPr lang="en-US" sz="1400" b="0" u="none" strike="noStrike">
              <a:solidFill>
                <a:schemeClr val="dk1"/>
              </a:solidFill>
              <a:effectLst/>
              <a:uFillTx/>
              <a:latin typeface="Consolas"/>
            </a:endParaRPr>
          </a:p>
        </p:txBody>
      </p:sp>
      <p:sp>
        <p:nvSpPr>
          <p:cNvPr id="1040" name="TextBox 5"/>
          <p:cNvSpPr/>
          <p:nvPr/>
        </p:nvSpPr>
        <p:spPr>
          <a:xfrm>
            <a:off x="6506280" y="2065320"/>
            <a:ext cx="5013360" cy="203112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1" u="none" strike="noStrike">
                <a:solidFill>
                  <a:srgbClr val="586E75"/>
                </a:solidFill>
                <a:effectLst/>
                <a:uFillTx/>
                <a:latin typeface="Consolas"/>
              </a:rPr>
              <a:t>int</a:t>
            </a:r>
            <a:r>
              <a:rPr lang="en-US" sz="1800" b="0" u="none" strike="noStrike">
                <a:solidFill>
                  <a:srgbClr val="657B83"/>
                </a:solidFill>
                <a:effectLst/>
                <a:uFillTx/>
                <a:latin typeface="Consolas"/>
              </a:rPr>
              <a:t> </a:t>
            </a:r>
            <a:r>
              <a:rPr lang="en-US" sz="1800" b="0" u="none" strike="noStrike">
                <a:solidFill>
                  <a:srgbClr val="268BD2"/>
                </a:solidFill>
                <a:effectLst/>
                <a:uFillTx/>
                <a:latin typeface="Consolas"/>
              </a:rPr>
              <a:t>main</a:t>
            </a:r>
            <a:r>
              <a:rPr lang="en-US" sz="1800" b="0" u="none" strike="noStrike">
                <a:solidFill>
                  <a:srgbClr val="657B83"/>
                </a:solidFill>
                <a:effectLst/>
                <a:uFillTx/>
                <a:latin typeface="Consolas"/>
              </a:rPr>
              <a:t>(</a:t>
            </a:r>
            <a:r>
              <a:rPr lang="en-US" sz="1800" b="1" u="none" strike="noStrike">
                <a:solidFill>
                  <a:srgbClr val="586E75"/>
                </a:solidFill>
                <a:effectLst/>
                <a:uFillTx/>
                <a:latin typeface="Consolas"/>
              </a:rPr>
              <a:t>int</a:t>
            </a:r>
            <a:r>
              <a:rPr lang="en-US" sz="1800" b="0" u="none" strike="noStrike">
                <a:solidFill>
                  <a:srgbClr val="657B83"/>
                </a:solidFill>
                <a:effectLst/>
                <a:uFillTx/>
                <a:latin typeface="Consolas"/>
              </a:rPr>
              <a:t> argc, </a:t>
            </a:r>
            <a:r>
              <a:rPr lang="en-US" sz="1800" b="1" u="none" strike="noStrike">
                <a:solidFill>
                  <a:srgbClr val="586E75"/>
                </a:solidFill>
                <a:effectLst/>
                <a:uFillTx/>
                <a:latin typeface="Consolas"/>
              </a:rPr>
              <a:t>char</a:t>
            </a:r>
            <a:r>
              <a:rPr lang="en-US" sz="1800" b="0" u="none" strike="noStrike">
                <a:solidFill>
                  <a:srgbClr val="657B83"/>
                </a:solidFill>
                <a:effectLst/>
                <a:uFillTx/>
                <a:latin typeface="Consolas"/>
              </a:rPr>
              <a:t> </a:t>
            </a:r>
            <a:r>
              <a:rPr lang="en-US" sz="1800" b="1" u="none" strike="noStrike">
                <a:solidFill>
                  <a:srgbClr val="586E75"/>
                </a:solidFill>
                <a:effectLst/>
                <a:uFillTx/>
                <a:latin typeface="Consolas"/>
              </a:rPr>
              <a:t>const</a:t>
            </a:r>
            <a:r>
              <a:rPr lang="en-US" sz="1800" b="0" u="none" strike="noStrike">
                <a:solidFill>
                  <a:srgbClr val="657B83"/>
                </a:solidFill>
                <a:effectLst/>
                <a:uFillTx/>
                <a:latin typeface="Consolas"/>
              </a:rPr>
              <a:t> </a:t>
            </a:r>
            <a:r>
              <a:rPr lang="en-US" sz="1800" b="0" u="none" strike="noStrike">
                <a:solidFill>
                  <a:srgbClr val="859900"/>
                </a:solidFill>
                <a:effectLst/>
                <a:uFillTx/>
                <a:latin typeface="Consolas"/>
              </a:rPr>
              <a:t>*</a:t>
            </a:r>
            <a:r>
              <a:rPr lang="en-US" sz="1800" b="0" u="none" strike="noStrike">
                <a:solidFill>
                  <a:srgbClr val="657B83"/>
                </a:solidFill>
                <a:effectLst/>
                <a:uFillTx/>
                <a:latin typeface="Consolas"/>
              </a:rPr>
              <a:t>argv</a:t>
            </a:r>
            <a:r>
              <a:rPr lang="en-US" sz="1800" b="1" u="none" strike="noStrike">
                <a:solidFill>
                  <a:srgbClr val="586E75"/>
                </a:solidFill>
                <a:effectLst/>
                <a:uFillTx/>
                <a:latin typeface="Consolas"/>
              </a:rPr>
              <a:t>[]</a:t>
            </a: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defTabSz="914400">
              <a:lnSpc>
                <a:spcPct val="100000"/>
              </a:lnSpc>
            </a:pP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defTabSz="914400">
              <a:lnSpc>
                <a:spcPct val="100000"/>
              </a:lnSpc>
            </a:pPr>
            <a:r>
              <a:rPr lang="en-US" sz="1800" b="0" i="1" u="none" strike="noStrike">
                <a:solidFill>
                  <a:srgbClr val="93A1A1"/>
                </a:solidFill>
                <a:effectLst/>
                <a:uFillTx/>
                <a:latin typeface="Consolas"/>
              </a:rPr>
              <a:t>    /* code */</a:t>
            </a:r>
            <a:endParaRPr lang="en-US" sz="1800" b="0" u="none" strike="noStrike">
              <a:solidFill>
                <a:srgbClr val="000000"/>
              </a:solidFill>
              <a:effectLst/>
              <a:uFillTx/>
              <a:latin typeface="Arial"/>
            </a:endParaRPr>
          </a:p>
          <a:p>
            <a:pPr defTabSz="914400">
              <a:lnSpc>
                <a:spcPct val="100000"/>
              </a:lnSpc>
            </a:pPr>
            <a:r>
              <a:rPr lang="en-US" sz="1800" b="0" u="none" strike="noStrike">
                <a:solidFill>
                  <a:srgbClr val="657B83"/>
                </a:solidFill>
                <a:effectLst/>
                <a:uFillTx/>
                <a:latin typeface="Consolas"/>
              </a:rPr>
              <a:t>    </a:t>
            </a:r>
            <a:r>
              <a:rPr lang="en-US" sz="1800" b="0" u="none" strike="noStrike">
                <a:solidFill>
                  <a:srgbClr val="859900"/>
                </a:solidFill>
                <a:effectLst/>
                <a:uFillTx/>
                <a:latin typeface="Consolas"/>
              </a:rPr>
              <a:t>return</a:t>
            </a:r>
            <a:r>
              <a:rPr lang="en-US" sz="1800" b="0" u="none" strike="noStrike">
                <a:solidFill>
                  <a:srgbClr val="657B83"/>
                </a:solidFill>
                <a:effectLst/>
                <a:uFillTx/>
                <a:latin typeface="Consolas"/>
              </a:rPr>
              <a:t> </a:t>
            </a:r>
            <a:r>
              <a:rPr lang="en-US" sz="1800" b="0" u="none" strike="noStrike">
                <a:solidFill>
                  <a:srgbClr val="D33682"/>
                </a:solidFill>
                <a:effectLst/>
                <a:uFillTx/>
                <a:latin typeface="Consolas"/>
              </a:rPr>
              <a:t>0</a:t>
            </a: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defTabSz="914400">
              <a:lnSpc>
                <a:spcPct val="100000"/>
              </a:lnSpc>
            </a:pP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defTabSz="914400">
              <a:lnSpc>
                <a:spcPct val="100000"/>
              </a:lnSpc>
            </a:pPr>
            <a:br>
              <a:rPr sz="1800"/>
            </a:br>
            <a:endParaRPr lang="en-US" sz="1800" b="0" u="none" strike="noStrike">
              <a:solidFill>
                <a:srgbClr val="000000"/>
              </a:solidFill>
              <a:effectLst/>
              <a:uFillTx/>
              <a:latin typeface="Arial"/>
            </a:endParaRPr>
          </a:p>
        </p:txBody>
      </p:sp>
      <p:sp>
        <p:nvSpPr>
          <p:cNvPr id="4" name="PlaceHolder 3"/>
          <p:cNvSpPr>
            <a:spLocks noGrp="1"/>
          </p:cNvSpPr>
          <p:nvPr>
            <p:ph type="sldNum" idx="5"/>
          </p:nvPr>
        </p:nvSpPr>
        <p:spPr/>
        <p:txBody>
          <a:bodyPr/>
          <a:lstStyle/>
          <a:p>
            <a:fld id="{1A814112-5CF8-42F6-A3B6-2493944701A7}" type="slidenum">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1" name="PlaceHolder 1"/>
          <p:cNvSpPr>
            <a:spLocks noGrp="1"/>
          </p:cNvSpPr>
          <p:nvPr>
            <p:ph type="title" hasCustomPrompt="1"/>
          </p:nvPr>
        </p:nvSpPr>
        <p:spPr>
          <a:xfrm>
            <a:off x="587520" y="359280"/>
            <a:ext cx="6140520" cy="1621080"/>
          </a:xfrm>
          <a:prstGeom prst="rect">
            <a:avLst/>
          </a:prstGeom>
          <a:noFill/>
          <a:ln w="0">
            <a:noFill/>
          </a:ln>
        </p:spPr>
        <p:txBody>
          <a:bodyPr lIns="0" tIns="191880" rIns="0" bIns="0" anchor="t">
            <a:noAutofit/>
          </a:bodyPr>
          <a:lstStyle/>
          <a:p>
            <a:pPr indent="0" algn="l" defTabSz="914400">
              <a:lnSpc>
                <a:spcPct val="100000"/>
              </a:lnSpc>
              <a:buNone/>
            </a:pPr>
            <a:r>
              <a:rPr lang="da-DK" sz="3600" b="1" u="none" strike="noStrike" spc="300">
                <a:solidFill>
                  <a:schemeClr val="dk1"/>
                </a:solidFill>
                <a:effectLst/>
                <a:uFillTx/>
                <a:latin typeface="Consolas"/>
              </a:rPr>
              <a:t>Opgaver</a:t>
            </a:r>
            <a:endParaRPr lang="en-US" sz="3600" b="1" u="none" strike="noStrike" spc="300">
              <a:solidFill>
                <a:schemeClr val="dk1"/>
              </a:solidFill>
              <a:effectLst/>
              <a:uFillTx/>
              <a:latin typeface="Consolas"/>
            </a:endParaRPr>
          </a:p>
        </p:txBody>
      </p:sp>
      <p:pic>
        <p:nvPicPr>
          <p:cNvPr id="1042" name="Pladsholder til billede 33"/>
          <p:cNvPicPr/>
          <p:nvPr/>
        </p:nvPicPr>
        <p:blipFill>
          <a:blip r:embed="rId2"/>
          <a:srcRect l="30513" r="30513"/>
          <a:stretch/>
        </p:blipFill>
        <p:spPr>
          <a:xfrm>
            <a:off x="7439040" y="0"/>
            <a:ext cx="4752720" cy="6857640"/>
          </a:xfrm>
          <a:prstGeom prst="rect">
            <a:avLst/>
          </a:prstGeom>
          <a:pattFill prst="wdUpDiag">
            <a:fgClr>
              <a:srgbClr val="211A52"/>
            </a:fgClr>
            <a:bgClr>
              <a:srgbClr val="FFFFFF"/>
            </a:bgClr>
          </a:pattFill>
          <a:ln w="0">
            <a:noFill/>
          </a:ln>
        </p:spPr>
      </p:pic>
      <p:sp>
        <p:nvSpPr>
          <p:cNvPr id="1043" name="PlaceHolder 2"/>
          <p:cNvSpPr>
            <a:spLocks noGrp="1"/>
          </p:cNvSpPr>
          <p:nvPr>
            <p:ph hasCustomPrompt="1"/>
          </p:nvPr>
        </p:nvSpPr>
        <p:spPr>
          <a:xfrm>
            <a:off x="587520" y="2143440"/>
            <a:ext cx="5701962" cy="3751920"/>
          </a:xfrm>
          <a:prstGeom prst="rect">
            <a:avLst/>
          </a:prstGeom>
          <a:noFill/>
          <a:ln w="0">
            <a:noFill/>
          </a:ln>
        </p:spPr>
        <p:txBody>
          <a:bodyPr lIns="0" tIns="45720" rIns="0" bIns="45720" anchor="t">
            <a:noAutofit/>
          </a:bodyPr>
          <a:lstStyle/>
          <a:p>
            <a:pPr indent="0">
              <a:spcBef>
                <a:spcPts val="601"/>
              </a:spcBef>
              <a:buNone/>
            </a:pPr>
            <a:r>
              <a:rPr lang="en-US" sz="1600">
                <a:solidFill>
                  <a:schemeClr val="dk1"/>
                </a:solidFill>
              </a:rPr>
              <a:t>files</a:t>
            </a:r>
            <a:r>
              <a:rPr lang="en-US" sz="1600" dirty="0">
                <a:solidFill>
                  <a:schemeClr val="dk1"/>
                </a:solidFill>
              </a:rPr>
              <a:t>/</a:t>
            </a:r>
            <a:r>
              <a:rPr lang="en-US" sz="1600" dirty="0" err="1">
                <a:solidFill>
                  <a:schemeClr val="dk1"/>
                </a:solidFill>
              </a:rPr>
              <a:t>iterative_controlstructures_questions</a:t>
            </a:r>
            <a:endParaRPr lang="en-US" sz="1600" b="0" u="none" strike="noStrike" dirty="0">
              <a:solidFill>
                <a:schemeClr val="dk1"/>
              </a:solidFill>
              <a:effectLst/>
              <a:uFillTx/>
              <a:latin typeface="Consolas"/>
            </a:endParaRPr>
          </a:p>
        </p:txBody>
      </p:sp>
      <p:sp>
        <p:nvSpPr>
          <p:cNvPr id="4" name="PlaceHolder 3"/>
          <p:cNvSpPr>
            <a:spLocks noGrp="1"/>
          </p:cNvSpPr>
          <p:nvPr>
            <p:ph type="sldNum" idx="8"/>
          </p:nvPr>
        </p:nvSpPr>
        <p:spPr/>
        <p:txBody>
          <a:bodyPr/>
          <a:lstStyle/>
          <a:p>
            <a:fld id="{A4F962B6-F7F5-49C4-B810-41DFE43BCF3E}" type="slidenum">
              <a:rPr/>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64" name="PlaceHolder 1"/>
          <p:cNvSpPr>
            <a:spLocks noGrp="1"/>
          </p:cNvSpPr>
          <p:nvPr>
            <p:ph type="title" hasCustomPrompt="1"/>
          </p:nvPr>
        </p:nvSpPr>
        <p:spPr>
          <a:xfrm>
            <a:off x="587520" y="370440"/>
            <a:ext cx="5149440" cy="1474200"/>
          </a:xfrm>
          <a:prstGeom prst="rect">
            <a:avLst/>
          </a:prstGeom>
          <a:noFill/>
          <a:ln w="0">
            <a:noFill/>
          </a:ln>
        </p:spPr>
        <p:txBody>
          <a:bodyPr lIns="0" tIns="191880" rIns="0" bIns="0" anchor="t">
            <a:noAutofit/>
          </a:bodyPr>
          <a:lstStyle/>
          <a:p>
            <a:pPr indent="0" algn="l" defTabSz="914400">
              <a:lnSpc>
                <a:spcPct val="100000"/>
              </a:lnSpc>
              <a:buNone/>
            </a:pPr>
            <a:r>
              <a:rPr lang="da-DK" sz="3600" b="1" u="none" strike="noStrike" spc="300">
                <a:solidFill>
                  <a:schemeClr val="dk1"/>
                </a:solidFill>
                <a:effectLst/>
                <a:uFillTx/>
                <a:latin typeface="Consolas"/>
              </a:rPr>
              <a:t>Next Up…</a:t>
            </a:r>
            <a:endParaRPr lang="en-US" sz="3600" b="1" u="none" strike="noStrike" spc="300">
              <a:solidFill>
                <a:schemeClr val="dk1"/>
              </a:solidFill>
              <a:effectLst/>
              <a:uFillTx/>
              <a:latin typeface="Consolas"/>
            </a:endParaRPr>
          </a:p>
        </p:txBody>
      </p:sp>
      <p:sp>
        <p:nvSpPr>
          <p:cNvPr id="1065" name="PlaceHolder 2"/>
          <p:cNvSpPr>
            <a:spLocks noGrp="1"/>
          </p:cNvSpPr>
          <p:nvPr>
            <p:ph hasCustomPrompt="1"/>
          </p:nvPr>
        </p:nvSpPr>
        <p:spPr>
          <a:xfrm>
            <a:off x="587520" y="2065320"/>
            <a:ext cx="10619640" cy="3704040"/>
          </a:xfrm>
          <a:prstGeom prst="rect">
            <a:avLst/>
          </a:prstGeom>
          <a:noFill/>
          <a:ln w="0">
            <a:noFill/>
          </a:ln>
        </p:spPr>
        <p:txBody>
          <a:bodyPr lIns="0" tIns="45720" rIns="0" bIns="45720" anchor="t">
            <a:noAutofit/>
          </a:bodyPr>
          <a:lstStyle/>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Emnet: 	Functions</a:t>
            </a: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Litteratur:	Se moodle. </a:t>
            </a:r>
            <a:endParaRPr lang="en-US" sz="1600" b="0" u="none" strike="noStrike">
              <a:solidFill>
                <a:schemeClr val="dk1"/>
              </a:solidFill>
              <a:effectLst/>
              <a:uFillTx/>
              <a:latin typeface="Consolas"/>
            </a:endParaRPr>
          </a:p>
        </p:txBody>
      </p:sp>
      <p:pic>
        <p:nvPicPr>
          <p:cNvPr id="1066" name="Billede 5"/>
          <p:cNvPicPr/>
          <p:nvPr/>
        </p:nvPicPr>
        <p:blipFill>
          <a:blip r:embed="rId2"/>
          <a:stretch/>
        </p:blipFill>
        <p:spPr>
          <a:xfrm>
            <a:off x="5333040" y="1154160"/>
            <a:ext cx="6006240" cy="4226760"/>
          </a:xfrm>
          <a:prstGeom prst="rect">
            <a:avLst/>
          </a:prstGeom>
          <a:noFill/>
          <a:ln w="0">
            <a:noFill/>
          </a:ln>
        </p:spPr>
      </p:pic>
      <p:sp>
        <p:nvSpPr>
          <p:cNvPr id="4" name="PlaceHolder 3"/>
          <p:cNvSpPr>
            <a:spLocks noGrp="1"/>
          </p:cNvSpPr>
          <p:nvPr>
            <p:ph type="sldNum" idx="5"/>
          </p:nvPr>
        </p:nvSpPr>
        <p:spPr/>
        <p:txBody>
          <a:bodyPr/>
          <a:lstStyle/>
          <a:p>
            <a:fld id="{9AC41F34-8811-4DDE-BA53-CB1D3EA310E4}" type="slidenum">
              <a:rPr/>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67" name="PlaceHolder 1"/>
          <p:cNvSpPr>
            <a:spLocks noGrp="1"/>
          </p:cNvSpPr>
          <p:nvPr>
            <p:ph type="title" hasCustomPrompt="1"/>
          </p:nvPr>
        </p:nvSpPr>
        <p:spPr>
          <a:xfrm>
            <a:off x="587520" y="370440"/>
            <a:ext cx="11016720" cy="1474200"/>
          </a:xfrm>
          <a:prstGeom prst="rect">
            <a:avLst/>
          </a:prstGeom>
          <a:noFill/>
          <a:ln w="0">
            <a:noFill/>
          </a:ln>
        </p:spPr>
        <p:txBody>
          <a:bodyPr lIns="0" tIns="191880" rIns="0" bIns="0" anchor="t">
            <a:noAutofit/>
          </a:bodyPr>
          <a:lstStyle/>
          <a:p>
            <a:pPr indent="0" algn="l" defTabSz="914400">
              <a:lnSpc>
                <a:spcPct val="100000"/>
              </a:lnSpc>
              <a:buNone/>
            </a:pPr>
            <a:r>
              <a:rPr lang="da-DK" sz="2800" b="1" u="none" strike="noStrike" spc="300">
                <a:solidFill>
                  <a:schemeClr val="dk1"/>
                </a:solidFill>
                <a:effectLst/>
                <a:uFillTx/>
                <a:latin typeface="Consolas"/>
              </a:rPr>
              <a:t>Gennemgang af opgaveløsning fra sidste kursusgang</a:t>
            </a:r>
            <a:endParaRPr lang="en-US" sz="2800" b="1" u="none" strike="noStrike" spc="300">
              <a:solidFill>
                <a:schemeClr val="dk1"/>
              </a:solidFill>
              <a:effectLst/>
              <a:uFillTx/>
              <a:latin typeface="Consolas"/>
            </a:endParaRPr>
          </a:p>
        </p:txBody>
      </p:sp>
      <p:sp>
        <p:nvSpPr>
          <p:cNvPr id="1068" name="Pladsholder til tekst 4"/>
          <p:cNvSpPr/>
          <p:nvPr/>
        </p:nvSpPr>
        <p:spPr>
          <a:xfrm>
            <a:off x="587520" y="1459800"/>
            <a:ext cx="4991040" cy="4851720"/>
          </a:xfrm>
          <a:prstGeom prst="rect">
            <a:avLst/>
          </a:prstGeom>
          <a:noFill/>
          <a:ln w="0">
            <a:noFill/>
          </a:ln>
        </p:spPr>
        <p:style>
          <a:lnRef idx="0">
            <a:scrgbClr r="0" g="0" b="0"/>
          </a:lnRef>
          <a:fillRef idx="0">
            <a:scrgbClr r="0" g="0" b="0"/>
          </a:fillRef>
          <a:effectRef idx="0">
            <a:scrgbClr r="0" g="0" b="0"/>
          </a:effectRef>
          <a:fontRef idx="minor"/>
        </p:style>
        <p:txBody>
          <a:bodyPr lIns="0" rIns="0" anchor="t">
            <a:noAutofit/>
          </a:bodyPr>
          <a:lstStyle/>
          <a:p>
            <a:pPr defTabSz="914400">
              <a:lnSpc>
                <a:spcPct val="120000"/>
              </a:lnSpc>
              <a:spcBef>
                <a:spcPts val="1001"/>
              </a:spcBef>
              <a:tabLst>
                <a:tab pos="0" algn="l"/>
              </a:tabLst>
            </a:pPr>
            <a:r>
              <a:rPr lang="da-DK" sz="1400" b="0" u="none" strike="noStrike">
                <a:solidFill>
                  <a:schemeClr val="dk1"/>
                </a:solidFill>
                <a:effectLst/>
                <a:uFillTx/>
                <a:latin typeface="Consolas"/>
              </a:rPr>
              <a:t>Skriv et program, der initialiserer 4 variabler:</a:t>
            </a:r>
            <a:endParaRPr lang="en-US" sz="1400" b="0" u="none" strike="noStrike">
              <a:solidFill>
                <a:srgbClr val="000000"/>
              </a:solidFill>
              <a:effectLst/>
              <a:uFillTx/>
              <a:latin typeface="Arial"/>
            </a:endParaRPr>
          </a:p>
          <a:p>
            <a:pPr defTabSz="914400">
              <a:lnSpc>
                <a:spcPct val="120000"/>
              </a:lnSpc>
              <a:spcBef>
                <a:spcPts val="1001"/>
              </a:spcBef>
              <a:tabLst>
                <a:tab pos="0" algn="l"/>
              </a:tabLst>
            </a:pPr>
            <a:r>
              <a:rPr lang="da-DK" sz="1400" b="0" u="none" strike="noStrike">
                <a:solidFill>
                  <a:schemeClr val="dk1"/>
                </a:solidFill>
                <a:effectLst/>
                <a:uFillTx/>
                <a:latin typeface="Consolas"/>
              </a:rPr>
              <a:t>char name[] = ”Joe”</a:t>
            </a:r>
            <a:br>
              <a:rPr sz="1400"/>
            </a:br>
            <a:r>
              <a:rPr lang="da-DK" sz="1400" b="0" u="none" strike="noStrike">
                <a:solidFill>
                  <a:schemeClr val="dk1"/>
                </a:solidFill>
                <a:effectLst/>
                <a:uFillTx/>
                <a:latin typeface="Consolas"/>
              </a:rPr>
              <a:t>char gender = Male</a:t>
            </a:r>
            <a:br>
              <a:rPr sz="1400"/>
            </a:br>
            <a:r>
              <a:rPr lang="da-DK" sz="1400" b="0" u="none" strike="noStrike">
                <a:solidFill>
                  <a:schemeClr val="dk1"/>
                </a:solidFill>
                <a:effectLst/>
                <a:uFillTx/>
                <a:latin typeface="Consolas"/>
              </a:rPr>
              <a:t>char age = 40</a:t>
            </a:r>
            <a:br>
              <a:rPr sz="1400"/>
            </a:br>
            <a:r>
              <a:rPr lang="da-DK" sz="1400" b="0" u="none" strike="noStrike">
                <a:solidFill>
                  <a:schemeClr val="dk1"/>
                </a:solidFill>
                <a:effectLst/>
                <a:uFillTx/>
                <a:latin typeface="Consolas"/>
              </a:rPr>
              <a:t>float weight = 87.0</a:t>
            </a:r>
            <a:br>
              <a:rPr sz="1400"/>
            </a:br>
            <a:r>
              <a:rPr lang="da-DK" sz="1400" b="0" u="none" strike="noStrike">
                <a:solidFill>
                  <a:schemeClr val="dk1"/>
                </a:solidFill>
                <a:effectLst/>
                <a:uFillTx/>
                <a:latin typeface="Consolas"/>
              </a:rPr>
              <a:t>float height = 1.82</a:t>
            </a:r>
            <a:endParaRPr lang="en-US" sz="1400" b="0" u="none" strike="noStrike">
              <a:solidFill>
                <a:srgbClr val="000000"/>
              </a:solidFill>
              <a:effectLst/>
              <a:uFillTx/>
              <a:latin typeface="Arial"/>
            </a:endParaRPr>
          </a:p>
          <a:p>
            <a:pPr defTabSz="914400">
              <a:lnSpc>
                <a:spcPct val="120000"/>
              </a:lnSpc>
              <a:spcBef>
                <a:spcPts val="1001"/>
              </a:spcBef>
              <a:tabLst>
                <a:tab pos="0" algn="l"/>
              </a:tabLst>
            </a:pPr>
            <a:r>
              <a:rPr lang="da-DK" sz="1400" b="0" u="none" strike="noStrike">
                <a:solidFill>
                  <a:schemeClr val="dk1"/>
                </a:solidFill>
                <a:effectLst/>
                <a:uFillTx/>
                <a:latin typeface="Consolas"/>
              </a:rPr>
              <a:t>Skriv to defines: 	#define Male 1</a:t>
            </a:r>
            <a:endParaRPr lang="en-US" sz="1400" b="0" u="none" strike="noStrike">
              <a:solidFill>
                <a:srgbClr val="000000"/>
              </a:solidFill>
              <a:effectLst/>
              <a:uFillTx/>
              <a:latin typeface="Arial"/>
            </a:endParaRPr>
          </a:p>
          <a:p>
            <a:pPr defTabSz="914400">
              <a:lnSpc>
                <a:spcPct val="120000"/>
              </a:lnSpc>
              <a:spcBef>
                <a:spcPts val="1001"/>
              </a:spcBef>
              <a:tabLst>
                <a:tab pos="0" algn="l"/>
              </a:tabLst>
            </a:pPr>
            <a:r>
              <a:rPr lang="da-DK" sz="1400" b="0" u="none" strike="noStrike">
                <a:solidFill>
                  <a:schemeClr val="dk1"/>
                </a:solidFill>
                <a:effectLst/>
                <a:uFillTx/>
                <a:latin typeface="Consolas"/>
              </a:rPr>
              <a:t>		#define Female 0</a:t>
            </a:r>
            <a:endParaRPr lang="en-US" sz="1400" b="0" u="none" strike="noStrike">
              <a:solidFill>
                <a:srgbClr val="000000"/>
              </a:solidFill>
              <a:effectLst/>
              <a:uFillTx/>
              <a:latin typeface="Arial"/>
            </a:endParaRPr>
          </a:p>
          <a:p>
            <a:pPr defTabSz="914400">
              <a:lnSpc>
                <a:spcPct val="120000"/>
              </a:lnSpc>
              <a:spcBef>
                <a:spcPts val="1001"/>
              </a:spcBef>
              <a:tabLst>
                <a:tab pos="0" algn="l"/>
              </a:tabLst>
            </a:pPr>
            <a:endParaRPr lang="en-US" sz="1400" b="0" u="none" strike="noStrike">
              <a:solidFill>
                <a:srgbClr val="000000"/>
              </a:solidFill>
              <a:effectLst/>
              <a:uFillTx/>
              <a:latin typeface="Arial"/>
            </a:endParaRPr>
          </a:p>
          <a:p>
            <a:pPr defTabSz="914400">
              <a:lnSpc>
                <a:spcPct val="120000"/>
              </a:lnSpc>
              <a:spcBef>
                <a:spcPts val="1001"/>
              </a:spcBef>
              <a:tabLst>
                <a:tab pos="0" algn="l"/>
              </a:tabLst>
            </a:pPr>
            <a:r>
              <a:rPr lang="da-DK" sz="1400" b="0" u="none" strike="noStrike">
                <a:solidFill>
                  <a:schemeClr val="dk1"/>
                </a:solidFill>
                <a:effectLst/>
                <a:uFillTx/>
                <a:latin typeface="Consolas"/>
              </a:rPr>
              <a:t>Skriv en if-else sætning der på baggrund af overstående variabler printer følgende besked:</a:t>
            </a:r>
            <a:endParaRPr lang="en-US" sz="1400" b="0" u="none" strike="noStrike">
              <a:solidFill>
                <a:srgbClr val="000000"/>
              </a:solidFill>
              <a:effectLst/>
              <a:uFillTx/>
              <a:latin typeface="Arial"/>
            </a:endParaRPr>
          </a:p>
          <a:p>
            <a:pPr defTabSz="914400">
              <a:lnSpc>
                <a:spcPct val="120000"/>
              </a:lnSpc>
              <a:spcBef>
                <a:spcPts val="1001"/>
              </a:spcBef>
              <a:tabLst>
                <a:tab pos="0" algn="l"/>
              </a:tabLst>
            </a:pPr>
            <a:r>
              <a:rPr lang="da-DK" sz="1400" b="0" u="none" strike="noStrike">
                <a:solidFill>
                  <a:schemeClr val="dk1"/>
                </a:solidFill>
                <a:effectLst/>
                <a:uFillTx/>
                <a:latin typeface="Consolas"/>
              </a:rPr>
              <a:t>”</a:t>
            </a:r>
            <a:r>
              <a:rPr lang="da-DK" sz="1400" b="1" u="none" strike="noStrike">
                <a:solidFill>
                  <a:schemeClr val="dk1"/>
                </a:solidFill>
                <a:effectLst/>
                <a:uFillTx/>
                <a:latin typeface="Consolas"/>
              </a:rPr>
              <a:t>Joe</a:t>
            </a:r>
            <a:r>
              <a:rPr lang="da-DK" sz="1400" b="0" u="none" strike="noStrike">
                <a:solidFill>
                  <a:schemeClr val="dk1"/>
                </a:solidFill>
                <a:effectLst/>
                <a:uFillTx/>
                <a:latin typeface="Consolas"/>
              </a:rPr>
              <a:t> is a male, age </a:t>
            </a:r>
            <a:r>
              <a:rPr lang="da-DK" sz="1400" b="1" u="none" strike="noStrike">
                <a:solidFill>
                  <a:schemeClr val="dk1"/>
                </a:solidFill>
                <a:effectLst/>
                <a:uFillTx/>
                <a:latin typeface="Consolas"/>
              </a:rPr>
              <a:t>40</a:t>
            </a:r>
            <a:r>
              <a:rPr lang="da-DK" sz="1400" b="0" u="none" strike="noStrike">
                <a:solidFill>
                  <a:schemeClr val="dk1"/>
                </a:solidFill>
                <a:effectLst/>
                <a:uFillTx/>
                <a:latin typeface="Consolas"/>
              </a:rPr>
              <a:t> and he has a BMI of </a:t>
            </a:r>
            <a:r>
              <a:rPr lang="da-DK" sz="1400" b="1" u="none" strike="noStrike">
                <a:solidFill>
                  <a:schemeClr val="dk1"/>
                </a:solidFill>
                <a:effectLst/>
                <a:uFillTx/>
                <a:latin typeface="Consolas"/>
              </a:rPr>
              <a:t>26.3</a:t>
            </a:r>
            <a:r>
              <a:rPr lang="da-DK" sz="1400" b="0" u="none" strike="noStrike">
                <a:solidFill>
                  <a:schemeClr val="dk1"/>
                </a:solidFill>
                <a:effectLst/>
                <a:uFillTx/>
                <a:latin typeface="Consolas"/>
              </a:rPr>
              <a:t>”</a:t>
            </a:r>
            <a:endParaRPr lang="en-US" sz="1400" b="0" u="none" strike="noStrike">
              <a:solidFill>
                <a:srgbClr val="000000"/>
              </a:solidFill>
              <a:effectLst/>
              <a:uFillTx/>
              <a:latin typeface="Arial"/>
            </a:endParaRPr>
          </a:p>
        </p:txBody>
      </p:sp>
      <p:sp>
        <p:nvSpPr>
          <p:cNvPr id="1069" name="Tekstfelt 10"/>
          <p:cNvSpPr/>
          <p:nvPr/>
        </p:nvSpPr>
        <p:spPr>
          <a:xfrm>
            <a:off x="8312400" y="6028560"/>
            <a:ext cx="359856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u="none" strike="noStrike">
                <a:solidFill>
                  <a:srgbClr val="797979"/>
                </a:solidFill>
                <a:effectLst/>
                <a:uFillTx/>
                <a:latin typeface="Arial"/>
              </a:rPr>
              <a:t>Hjælp: </a:t>
            </a:r>
            <a:r>
              <a:rPr lang="en-US" sz="1800" b="0" u="sng" strike="noStrike">
                <a:solidFill>
                  <a:srgbClr val="9B95D9"/>
                </a:solidFill>
                <a:effectLst/>
                <a:uFillTx/>
                <a:latin typeface="Arial"/>
                <a:hlinkClick r:id="rId2"/>
              </a:rPr>
              <a:t>C library function - </a:t>
            </a:r>
            <a:r>
              <a:rPr lang="en-US" sz="1800" b="0" u="sng" strike="noStrike">
                <a:solidFill>
                  <a:srgbClr val="9B95D9"/>
                </a:solidFill>
                <a:effectLst/>
                <a:uFillTx/>
                <a:latin typeface="Arial"/>
                <a:hlinkClick r:id="rId2"/>
              </a:rPr>
              <a:t>printf</a:t>
            </a:r>
            <a:r>
              <a:rPr lang="en-US" sz="1800" b="0" u="sng" strike="noStrike">
                <a:solidFill>
                  <a:srgbClr val="9B95D9"/>
                </a:solidFill>
                <a:effectLst/>
                <a:uFillTx/>
                <a:latin typeface="Arial"/>
                <a:hlinkClick r:id="rId2"/>
              </a:rPr>
              <a:t>()</a:t>
            </a:r>
            <a:endParaRPr lang="en-US" sz="1800" b="0" u="none" strike="noStrike">
              <a:solidFill>
                <a:srgbClr val="000000"/>
              </a:solidFill>
              <a:effectLst/>
              <a:uFillTx/>
              <a:latin typeface="Arial"/>
            </a:endParaRPr>
          </a:p>
        </p:txBody>
      </p:sp>
      <p:sp>
        <p:nvSpPr>
          <p:cNvPr id="1070" name="Pladsholder til tekst 4"/>
          <p:cNvSpPr/>
          <p:nvPr/>
        </p:nvSpPr>
        <p:spPr>
          <a:xfrm>
            <a:off x="6613200" y="1459800"/>
            <a:ext cx="5297760" cy="4435560"/>
          </a:xfrm>
          <a:prstGeom prst="rect">
            <a:avLst/>
          </a:prstGeom>
          <a:noFill/>
          <a:ln w="0">
            <a:noFill/>
          </a:ln>
        </p:spPr>
        <p:style>
          <a:lnRef idx="0">
            <a:scrgbClr r="0" g="0" b="0"/>
          </a:lnRef>
          <a:fillRef idx="0">
            <a:scrgbClr r="0" g="0" b="0"/>
          </a:fillRef>
          <a:effectRef idx="0">
            <a:scrgbClr r="0" g="0" b="0"/>
          </a:effectRef>
          <a:fontRef idx="minor"/>
        </p:style>
        <p:txBody>
          <a:bodyPr lIns="0" rIns="0" anchor="t">
            <a:noAutofit/>
          </a:bodyPr>
          <a:lstStyle/>
          <a:p>
            <a:pPr defTabSz="914400">
              <a:lnSpc>
                <a:spcPct val="120000"/>
              </a:lnSpc>
              <a:spcBef>
                <a:spcPts val="601"/>
              </a:spcBef>
              <a:tabLst>
                <a:tab pos="0" algn="l"/>
              </a:tabLst>
            </a:pPr>
            <a:r>
              <a:rPr lang="da-DK" sz="1400" b="0" u="none" strike="noStrike">
                <a:solidFill>
                  <a:schemeClr val="dk1"/>
                </a:solidFill>
                <a:effectLst/>
                <a:uFillTx/>
                <a:latin typeface="Consolas"/>
              </a:rPr>
              <a:t>Omskriv programmet, så der initialiserer 4 nye variabler:</a:t>
            </a:r>
            <a:endParaRPr lang="en-US" sz="1400" b="0" u="none" strike="noStrike">
              <a:solidFill>
                <a:srgbClr val="000000"/>
              </a:solidFill>
              <a:effectLst/>
              <a:uFillTx/>
              <a:latin typeface="Arial"/>
            </a:endParaRPr>
          </a:p>
          <a:p>
            <a:pPr defTabSz="914400">
              <a:lnSpc>
                <a:spcPct val="120000"/>
              </a:lnSpc>
              <a:spcBef>
                <a:spcPts val="601"/>
              </a:spcBef>
              <a:tabLst>
                <a:tab pos="0" algn="l"/>
              </a:tabLst>
            </a:pPr>
            <a:r>
              <a:rPr lang="da-DK" sz="1400" b="0" u="none" strike="noStrike">
                <a:solidFill>
                  <a:schemeClr val="dk1"/>
                </a:solidFill>
                <a:effectLst/>
                <a:uFillTx/>
                <a:latin typeface="Consolas"/>
              </a:rPr>
              <a:t>char name[] = ”Jane”</a:t>
            </a:r>
            <a:endParaRPr lang="en-US" sz="1400" b="0" u="none" strike="noStrike">
              <a:solidFill>
                <a:srgbClr val="000000"/>
              </a:solidFill>
              <a:effectLst/>
              <a:uFillTx/>
              <a:latin typeface="Arial"/>
            </a:endParaRPr>
          </a:p>
          <a:p>
            <a:pPr defTabSz="914400">
              <a:lnSpc>
                <a:spcPct val="120000"/>
              </a:lnSpc>
              <a:spcBef>
                <a:spcPts val="601"/>
              </a:spcBef>
              <a:tabLst>
                <a:tab pos="0" algn="l"/>
              </a:tabLst>
            </a:pPr>
            <a:r>
              <a:rPr lang="da-DK" sz="1400" b="0" u="none" strike="noStrike">
                <a:solidFill>
                  <a:schemeClr val="dk1"/>
                </a:solidFill>
                <a:effectLst/>
                <a:uFillTx/>
                <a:latin typeface="Consolas"/>
              </a:rPr>
              <a:t>char gender = Female</a:t>
            </a:r>
            <a:endParaRPr lang="en-US" sz="1400" b="0" u="none" strike="noStrike">
              <a:solidFill>
                <a:srgbClr val="000000"/>
              </a:solidFill>
              <a:effectLst/>
              <a:uFillTx/>
              <a:latin typeface="Arial"/>
            </a:endParaRPr>
          </a:p>
          <a:p>
            <a:pPr defTabSz="914400">
              <a:lnSpc>
                <a:spcPct val="120000"/>
              </a:lnSpc>
              <a:spcBef>
                <a:spcPts val="601"/>
              </a:spcBef>
              <a:tabLst>
                <a:tab pos="0" algn="l"/>
              </a:tabLst>
            </a:pPr>
            <a:r>
              <a:rPr lang="da-DK" sz="1400" b="0" u="none" strike="noStrike">
                <a:solidFill>
                  <a:schemeClr val="dk1"/>
                </a:solidFill>
                <a:effectLst/>
                <a:uFillTx/>
                <a:latin typeface="Consolas"/>
              </a:rPr>
              <a:t>char age = 32</a:t>
            </a:r>
            <a:endParaRPr lang="en-US" sz="1400" b="0" u="none" strike="noStrike">
              <a:solidFill>
                <a:srgbClr val="000000"/>
              </a:solidFill>
              <a:effectLst/>
              <a:uFillTx/>
              <a:latin typeface="Arial"/>
            </a:endParaRPr>
          </a:p>
          <a:p>
            <a:pPr defTabSz="914400">
              <a:lnSpc>
                <a:spcPct val="120000"/>
              </a:lnSpc>
              <a:spcBef>
                <a:spcPts val="601"/>
              </a:spcBef>
              <a:tabLst>
                <a:tab pos="0" algn="l"/>
              </a:tabLst>
            </a:pPr>
            <a:r>
              <a:rPr lang="da-DK" sz="1400" b="0" u="none" strike="noStrike">
                <a:solidFill>
                  <a:schemeClr val="dk1"/>
                </a:solidFill>
                <a:effectLst/>
                <a:uFillTx/>
                <a:latin typeface="Consolas"/>
              </a:rPr>
              <a:t>float weight = 65.0</a:t>
            </a:r>
            <a:endParaRPr lang="en-US" sz="1400" b="0" u="none" strike="noStrike">
              <a:solidFill>
                <a:srgbClr val="000000"/>
              </a:solidFill>
              <a:effectLst/>
              <a:uFillTx/>
              <a:latin typeface="Arial"/>
            </a:endParaRPr>
          </a:p>
          <a:p>
            <a:pPr defTabSz="914400">
              <a:lnSpc>
                <a:spcPct val="120000"/>
              </a:lnSpc>
              <a:spcBef>
                <a:spcPts val="601"/>
              </a:spcBef>
              <a:tabLst>
                <a:tab pos="0" algn="l"/>
              </a:tabLst>
            </a:pPr>
            <a:r>
              <a:rPr lang="da-DK" sz="1400" b="0" u="none" strike="noStrike">
                <a:solidFill>
                  <a:schemeClr val="dk1"/>
                </a:solidFill>
                <a:effectLst/>
                <a:uFillTx/>
                <a:latin typeface="Consolas"/>
              </a:rPr>
              <a:t>float height = 1.70</a:t>
            </a:r>
            <a:endParaRPr lang="en-US" sz="1400" b="0" u="none" strike="noStrike">
              <a:solidFill>
                <a:srgbClr val="000000"/>
              </a:solidFill>
              <a:effectLst/>
              <a:uFillTx/>
              <a:latin typeface="Arial"/>
            </a:endParaRPr>
          </a:p>
          <a:p>
            <a:pPr defTabSz="914400">
              <a:lnSpc>
                <a:spcPct val="120000"/>
              </a:lnSpc>
              <a:spcBef>
                <a:spcPts val="601"/>
              </a:spcBef>
              <a:tabLst>
                <a:tab pos="0" algn="l"/>
              </a:tabLst>
            </a:pPr>
            <a:endParaRPr lang="en-US" sz="1400" b="0" u="none" strike="noStrike">
              <a:solidFill>
                <a:srgbClr val="000000"/>
              </a:solidFill>
              <a:effectLst/>
              <a:uFillTx/>
              <a:latin typeface="Arial"/>
            </a:endParaRPr>
          </a:p>
          <a:p>
            <a:pPr defTabSz="914400">
              <a:lnSpc>
                <a:spcPct val="120000"/>
              </a:lnSpc>
              <a:spcBef>
                <a:spcPts val="601"/>
              </a:spcBef>
              <a:tabLst>
                <a:tab pos="0" algn="l"/>
              </a:tabLst>
            </a:pPr>
            <a:r>
              <a:rPr lang="da-DK" sz="1400" b="0" u="none" strike="noStrike">
                <a:solidFill>
                  <a:schemeClr val="dk1"/>
                </a:solidFill>
                <a:effectLst/>
                <a:uFillTx/>
                <a:latin typeface="Consolas"/>
              </a:rPr>
              <a:t>Samme if-else sætning skal nu printe:</a:t>
            </a:r>
            <a:endParaRPr lang="en-US" sz="1400" b="0" u="none" strike="noStrike">
              <a:solidFill>
                <a:srgbClr val="000000"/>
              </a:solidFill>
              <a:effectLst/>
              <a:uFillTx/>
              <a:latin typeface="Arial"/>
            </a:endParaRPr>
          </a:p>
          <a:p>
            <a:pPr defTabSz="914400">
              <a:lnSpc>
                <a:spcPct val="120000"/>
              </a:lnSpc>
              <a:spcBef>
                <a:spcPts val="601"/>
              </a:spcBef>
              <a:tabLst>
                <a:tab pos="0" algn="l"/>
              </a:tabLst>
            </a:pPr>
            <a:r>
              <a:rPr lang="da-DK" sz="1400" b="0" u="none" strike="noStrike">
                <a:solidFill>
                  <a:schemeClr val="dk1"/>
                </a:solidFill>
                <a:effectLst/>
                <a:uFillTx/>
                <a:latin typeface="Consolas"/>
              </a:rPr>
              <a:t>”</a:t>
            </a:r>
            <a:r>
              <a:rPr lang="en-US" sz="1400" b="0" u="none" strike="noStrike">
                <a:solidFill>
                  <a:schemeClr val="dk1"/>
                </a:solidFill>
                <a:effectLst/>
                <a:uFillTx/>
                <a:latin typeface="Consolas"/>
              </a:rPr>
              <a:t>Jane is a female, age 32 and she has a BMI of 22.5</a:t>
            </a:r>
            <a:r>
              <a:rPr lang="da-DK" sz="1400" b="0" u="none" strike="noStrike">
                <a:solidFill>
                  <a:schemeClr val="dk1"/>
                </a:solidFill>
                <a:effectLst/>
                <a:uFillTx/>
                <a:latin typeface="Consolas"/>
              </a:rPr>
              <a:t>”</a:t>
            </a:r>
            <a:endParaRPr lang="en-US" sz="1400" b="0" u="none" strike="noStrike">
              <a:solidFill>
                <a:srgbClr val="000000"/>
              </a:solidFill>
              <a:effectLst/>
              <a:uFillTx/>
              <a:latin typeface="Arial"/>
            </a:endParaRPr>
          </a:p>
        </p:txBody>
      </p:sp>
      <p:sp>
        <p:nvSpPr>
          <p:cNvPr id="1071" name="Tekstfelt 7"/>
          <p:cNvSpPr/>
          <p:nvPr/>
        </p:nvSpPr>
        <p:spPr>
          <a:xfrm>
            <a:off x="1594800" y="6323760"/>
            <a:ext cx="60937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u="sng" strike="noStrike">
                <a:solidFill>
                  <a:srgbClr val="797979"/>
                </a:solidFill>
                <a:effectLst/>
                <a:uFillTx/>
                <a:latin typeface="Arial"/>
                <a:hlinkClick r:id="rId3"/>
              </a:rPr>
              <a:t>http://tpcg.io/B2O1FQ</a:t>
            </a:r>
            <a:endParaRPr lang="en-US" sz="1800" b="0" u="none" strike="noStrike">
              <a:solidFill>
                <a:srgbClr val="000000"/>
              </a:solidFill>
              <a:effectLst/>
              <a:uFillTx/>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72" name="PlaceHolder 1"/>
          <p:cNvSpPr>
            <a:spLocks noGrp="1"/>
          </p:cNvSpPr>
          <p:nvPr>
            <p:ph hasCustomPrompt="1"/>
          </p:nvPr>
        </p:nvSpPr>
        <p:spPr>
          <a:xfrm>
            <a:off x="587520" y="1459800"/>
            <a:ext cx="11016720" cy="4435560"/>
          </a:xfrm>
          <a:prstGeom prst="rect">
            <a:avLst/>
          </a:prstGeom>
          <a:noFill/>
          <a:ln w="0">
            <a:noFill/>
          </a:ln>
        </p:spPr>
        <p:txBody>
          <a:bodyPr lIns="0" tIns="45720" rIns="0" bIns="45720" anchor="t">
            <a:noAutofit/>
          </a:bodyPr>
          <a:lstStyle/>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Skriv et program, der bruger BMI til at printe vægt-klassifikationen:</a:t>
            </a: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BMI &lt; 18.5:	underweight</a:t>
            </a:r>
            <a:br>
              <a:rPr sz="1600"/>
            </a:br>
            <a:r>
              <a:rPr lang="da-DK" sz="1600" b="0" u="none" strike="noStrike">
                <a:solidFill>
                  <a:schemeClr val="dk1"/>
                </a:solidFill>
                <a:effectLst/>
                <a:uFillTx/>
                <a:latin typeface="Consolas"/>
              </a:rPr>
              <a:t>BMI = 18.5 – 24.9: 	normal weight</a:t>
            </a:r>
            <a:br>
              <a:rPr sz="1600"/>
            </a:br>
            <a:r>
              <a:rPr lang="da-DK" sz="1600" b="0" u="none" strike="noStrike">
                <a:solidFill>
                  <a:schemeClr val="dk1"/>
                </a:solidFill>
                <a:effectLst/>
                <a:uFillTx/>
                <a:latin typeface="Consolas"/>
              </a:rPr>
              <a:t>BMI = 25-29.9: 	overweight</a:t>
            </a:r>
            <a:br>
              <a:rPr sz="1600"/>
            </a:br>
            <a:r>
              <a:rPr lang="da-DK" sz="1600" b="0" u="none" strike="noStrike">
                <a:solidFill>
                  <a:schemeClr val="dk1"/>
                </a:solidFill>
                <a:effectLst/>
                <a:uFillTx/>
                <a:latin typeface="Consolas"/>
              </a:rPr>
              <a:t>BMI = 30-34.9: 	class I obesity</a:t>
            </a:r>
            <a:br>
              <a:rPr sz="1600"/>
            </a:br>
            <a:r>
              <a:rPr lang="da-DK" sz="1600" b="0" u="none" strike="noStrike">
                <a:solidFill>
                  <a:schemeClr val="dk1"/>
                </a:solidFill>
                <a:effectLst/>
                <a:uFillTx/>
                <a:latin typeface="Consolas"/>
              </a:rPr>
              <a:t>BMI = 35-39.9: 	class II obesity</a:t>
            </a:r>
            <a:br>
              <a:rPr sz="1600"/>
            </a:br>
            <a:r>
              <a:rPr lang="da-DK" sz="1600" b="0" u="none" strike="noStrike">
                <a:solidFill>
                  <a:schemeClr val="dk1"/>
                </a:solidFill>
                <a:effectLst/>
                <a:uFillTx/>
                <a:latin typeface="Consolas"/>
              </a:rPr>
              <a:t>BMI &gt; 40: 	class III obesity</a:t>
            </a: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1: Start med at deklarere to variable: vægt og højde</a:t>
            </a: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2: Beregn BMI</a:t>
            </a:r>
            <a:endParaRPr lang="en-US"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3: Brug en række if-statements til at printe vægt-klassifikationen</a:t>
            </a:r>
            <a:endParaRPr lang="en-US" sz="1600" b="0" u="none" strike="noStrike">
              <a:solidFill>
                <a:schemeClr val="dk1"/>
              </a:solidFill>
              <a:effectLst/>
              <a:uFillTx/>
              <a:latin typeface="Consolas"/>
            </a:endParaRPr>
          </a:p>
        </p:txBody>
      </p:sp>
      <p:sp>
        <p:nvSpPr>
          <p:cNvPr id="1073" name="PlaceHolder 2"/>
          <p:cNvSpPr>
            <a:spLocks noGrp="1"/>
          </p:cNvSpPr>
          <p:nvPr>
            <p:ph type="title" hasCustomPrompt="1"/>
          </p:nvPr>
        </p:nvSpPr>
        <p:spPr>
          <a:xfrm>
            <a:off x="587520" y="370440"/>
            <a:ext cx="11016720" cy="1474200"/>
          </a:xfrm>
          <a:prstGeom prst="rect">
            <a:avLst/>
          </a:prstGeom>
          <a:noFill/>
          <a:ln w="0">
            <a:noFill/>
          </a:ln>
        </p:spPr>
        <p:txBody>
          <a:bodyPr lIns="0" tIns="191880" rIns="0" bIns="0" anchor="t">
            <a:noAutofit/>
          </a:bodyPr>
          <a:lstStyle/>
          <a:p>
            <a:pPr indent="0" algn="l" defTabSz="914400">
              <a:lnSpc>
                <a:spcPct val="100000"/>
              </a:lnSpc>
              <a:buNone/>
            </a:pPr>
            <a:r>
              <a:rPr lang="da-DK" sz="2800" b="1" u="none" strike="noStrike" spc="300">
                <a:solidFill>
                  <a:schemeClr val="dk1"/>
                </a:solidFill>
                <a:effectLst/>
                <a:uFillTx/>
                <a:latin typeface="Consolas"/>
              </a:rPr>
              <a:t>Gennemgang af opgaveløsning fra sidste kursusgang</a:t>
            </a:r>
            <a:endParaRPr lang="en-US" sz="2800" b="1" u="none" strike="noStrike" spc="300">
              <a:solidFill>
                <a:schemeClr val="dk1"/>
              </a:solidFill>
              <a:effectLst/>
              <a:uFillTx/>
              <a:latin typeface="Consolas"/>
            </a:endParaRPr>
          </a:p>
        </p:txBody>
      </p:sp>
      <p:sp>
        <p:nvSpPr>
          <p:cNvPr id="1074" name="Tekstfelt 10"/>
          <p:cNvSpPr/>
          <p:nvPr/>
        </p:nvSpPr>
        <p:spPr>
          <a:xfrm>
            <a:off x="8312400" y="6028560"/>
            <a:ext cx="359856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u="none" strike="noStrike">
                <a:solidFill>
                  <a:srgbClr val="797979"/>
                </a:solidFill>
                <a:effectLst/>
                <a:uFillTx/>
                <a:latin typeface="Arial"/>
              </a:rPr>
              <a:t>Hjælp: </a:t>
            </a:r>
            <a:r>
              <a:rPr lang="en-US" sz="1800" b="0" u="sng" strike="noStrike">
                <a:solidFill>
                  <a:srgbClr val="9B95D9"/>
                </a:solidFill>
                <a:effectLst/>
                <a:uFillTx/>
                <a:latin typeface="Arial"/>
                <a:hlinkClick r:id="rId2"/>
              </a:rPr>
              <a:t>C library function - </a:t>
            </a:r>
            <a:r>
              <a:rPr lang="en-US" sz="1800" b="0" u="sng" strike="noStrike">
                <a:solidFill>
                  <a:srgbClr val="9B95D9"/>
                </a:solidFill>
                <a:effectLst/>
                <a:uFillTx/>
                <a:latin typeface="Arial"/>
                <a:hlinkClick r:id="rId2"/>
              </a:rPr>
              <a:t>printf</a:t>
            </a:r>
            <a:r>
              <a:rPr lang="en-US" sz="1800" b="0" u="sng" strike="noStrike">
                <a:solidFill>
                  <a:srgbClr val="9B95D9"/>
                </a:solidFill>
                <a:effectLst/>
                <a:uFillTx/>
                <a:latin typeface="Arial"/>
                <a:hlinkClick r:id="rId2"/>
              </a:rPr>
              <a:t>()</a:t>
            </a:r>
            <a:endParaRPr lang="en-US" sz="1800" b="0" u="none" strike="noStrike">
              <a:solidFill>
                <a:srgbClr val="000000"/>
              </a:solidFill>
              <a:effectLst/>
              <a:uFillTx/>
              <a:latin typeface="Arial"/>
            </a:endParaRPr>
          </a:p>
        </p:txBody>
      </p:sp>
      <p:sp>
        <p:nvSpPr>
          <p:cNvPr id="1075" name="Tekstfelt 7"/>
          <p:cNvSpPr/>
          <p:nvPr/>
        </p:nvSpPr>
        <p:spPr>
          <a:xfrm>
            <a:off x="520560" y="6325200"/>
            <a:ext cx="60937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u="sng" strike="noStrike">
                <a:solidFill>
                  <a:srgbClr val="797979"/>
                </a:solidFill>
                <a:effectLst/>
                <a:uFillTx/>
                <a:latin typeface="Arial"/>
                <a:hlinkClick r:id="rId3"/>
              </a:rPr>
              <a:t>http://tpcg.io/VA5G7O</a:t>
            </a:r>
            <a:endParaRPr lang="en-US" sz="1800" b="0" u="none" strike="noStrike">
              <a:solidFill>
                <a:srgbClr val="000000"/>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76" name="Billede 5"/>
          <p:cNvPicPr/>
          <p:nvPr/>
        </p:nvPicPr>
        <p:blipFill>
          <a:blip r:embed="rId2"/>
          <a:stretch/>
        </p:blipFill>
        <p:spPr>
          <a:xfrm>
            <a:off x="2544480" y="1718640"/>
            <a:ext cx="7102800" cy="4133880"/>
          </a:xfrm>
          <a:prstGeom prst="rect">
            <a:avLst/>
          </a:prstGeom>
          <a:noFill/>
          <a:ln w="0">
            <a:noFill/>
          </a:ln>
        </p:spPr>
      </p:pic>
      <p:sp>
        <p:nvSpPr>
          <p:cNvPr id="1077" name="PlaceHolder 1"/>
          <p:cNvSpPr>
            <a:spLocks noGrp="1"/>
          </p:cNvSpPr>
          <p:nvPr>
            <p:ph type="title" hasCustomPrompt="1"/>
          </p:nvPr>
        </p:nvSpPr>
        <p:spPr>
          <a:xfrm>
            <a:off x="587520" y="370440"/>
            <a:ext cx="8121240" cy="1474200"/>
          </a:xfrm>
          <a:prstGeom prst="rect">
            <a:avLst/>
          </a:prstGeom>
          <a:noFill/>
          <a:ln w="0">
            <a:noFill/>
          </a:ln>
        </p:spPr>
        <p:txBody>
          <a:bodyPr lIns="0" tIns="191880" rIns="0" bIns="0" anchor="t">
            <a:noAutofit/>
          </a:bodyPr>
          <a:lstStyle/>
          <a:p>
            <a:pPr indent="0" algn="l" defTabSz="914400">
              <a:lnSpc>
                <a:spcPct val="100000"/>
              </a:lnSpc>
              <a:buNone/>
            </a:pPr>
            <a:r>
              <a:rPr lang="da-DK" sz="3600" b="1" u="none" strike="noStrike" spc="300">
                <a:solidFill>
                  <a:schemeClr val="dk1"/>
                </a:solidFill>
                <a:effectLst/>
                <a:uFillTx/>
                <a:latin typeface="Consolas"/>
              </a:rPr>
              <a:t>Know where your code and solutions are</a:t>
            </a:r>
            <a:endParaRPr lang="en-US" sz="3600" b="1" u="none" strike="noStrike" spc="300">
              <a:solidFill>
                <a:schemeClr val="dk1"/>
              </a:solidFill>
              <a:effectLst/>
              <a:uFillTx/>
              <a:latin typeface="Consolas"/>
            </a:endParaRPr>
          </a:p>
        </p:txBody>
      </p:sp>
      <p:sp>
        <p:nvSpPr>
          <p:cNvPr id="3" name="PlaceHolder 2"/>
          <p:cNvSpPr>
            <a:spLocks noGrp="1"/>
          </p:cNvSpPr>
          <p:nvPr>
            <p:ph type="sldNum" idx="5"/>
          </p:nvPr>
        </p:nvSpPr>
        <p:spPr/>
        <p:txBody>
          <a:bodyPr/>
          <a:lstStyle/>
          <a:p>
            <a:fld id="{D3216594-1EB5-44D5-9DA4-63E17DBE3CFA}" type="slidenum">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1078" name="PlaceHolder 1"/>
          <p:cNvSpPr>
            <a:spLocks noGrp="1"/>
          </p:cNvSpPr>
          <p:nvPr>
            <p:ph type="title" hasCustomPrompt="1"/>
          </p:nvPr>
        </p:nvSpPr>
        <p:spPr>
          <a:xfrm>
            <a:off x="587520" y="359280"/>
            <a:ext cx="6396480" cy="1621080"/>
          </a:xfrm>
          <a:prstGeom prst="rect">
            <a:avLst/>
          </a:prstGeom>
          <a:noFill/>
          <a:ln w="0">
            <a:noFill/>
          </a:ln>
        </p:spPr>
        <p:txBody>
          <a:bodyPr lIns="0" tIns="191880" rIns="0" bIns="0" anchor="t">
            <a:noAutofit/>
          </a:bodyPr>
          <a:lstStyle/>
          <a:p>
            <a:pPr indent="0" algn="l" defTabSz="914400">
              <a:lnSpc>
                <a:spcPct val="100000"/>
              </a:lnSpc>
              <a:buNone/>
            </a:pPr>
            <a:r>
              <a:rPr lang="da-DK" sz="3600" b="1" u="none" strike="noStrike" spc="300">
                <a:solidFill>
                  <a:schemeClr val="dk1"/>
                </a:solidFill>
                <a:effectLst/>
                <a:uFillTx/>
                <a:latin typeface="Consolas"/>
              </a:rPr>
              <a:t>Opgave – for to </a:t>
            </a:r>
            <a:r>
              <a:rPr lang="da-DK" sz="3200" b="1" u="none" strike="noStrike" spc="300">
                <a:solidFill>
                  <a:schemeClr val="dk1"/>
                </a:solidFill>
                <a:effectLst/>
                <a:uFillTx/>
                <a:latin typeface="Consolas"/>
              </a:rPr>
              <a:t>while-do</a:t>
            </a:r>
            <a:endParaRPr lang="en-US" sz="3200" b="1" u="none" strike="noStrike" spc="300">
              <a:solidFill>
                <a:schemeClr val="dk1"/>
              </a:solidFill>
              <a:effectLst/>
              <a:uFillTx/>
              <a:latin typeface="Consolas"/>
            </a:endParaRPr>
          </a:p>
        </p:txBody>
      </p:sp>
      <p:pic>
        <p:nvPicPr>
          <p:cNvPr id="1079" name="Billede 8"/>
          <p:cNvPicPr/>
          <p:nvPr/>
        </p:nvPicPr>
        <p:blipFill>
          <a:blip r:embed="rId2"/>
          <a:stretch/>
        </p:blipFill>
        <p:spPr>
          <a:xfrm>
            <a:off x="8470440" y="3713760"/>
            <a:ext cx="1676160" cy="2742840"/>
          </a:xfrm>
          <a:prstGeom prst="rect">
            <a:avLst/>
          </a:prstGeom>
          <a:noFill/>
          <a:ln w="0">
            <a:noFill/>
          </a:ln>
        </p:spPr>
      </p:pic>
      <p:sp>
        <p:nvSpPr>
          <p:cNvPr id="1080" name="PlaceHolder 2"/>
          <p:cNvSpPr>
            <a:spLocks noGrp="1"/>
          </p:cNvSpPr>
          <p:nvPr>
            <p:ph hasCustomPrompt="1"/>
          </p:nvPr>
        </p:nvSpPr>
        <p:spPr>
          <a:xfrm>
            <a:off x="587520" y="2143440"/>
            <a:ext cx="4489920" cy="3751920"/>
          </a:xfrm>
          <a:prstGeom prst="rect">
            <a:avLst/>
          </a:prstGeom>
          <a:noFill/>
          <a:ln w="0">
            <a:noFill/>
          </a:ln>
        </p:spPr>
        <p:txBody>
          <a:bodyPr lIns="0" tIns="45720" rIns="0" bIns="45720" anchor="t">
            <a:noAutofit/>
          </a:bodyPr>
          <a:lstStyle/>
          <a:p>
            <a:pPr marL="285840" indent="-285840" algn="l" defTabSz="914400">
              <a:lnSpc>
                <a:spcPct val="100000"/>
              </a:lnSpc>
              <a:spcBef>
                <a:spcPts val="601"/>
              </a:spcBef>
              <a:buSzPct val="100051"/>
              <a:buBlip>
                <a:blip r:embed="rId3"/>
              </a:buBlip>
            </a:pPr>
            <a:r>
              <a:rPr lang="da-DK" sz="1600" b="0" u="none" strike="noStrike">
                <a:solidFill>
                  <a:schemeClr val="dk1"/>
                </a:solidFill>
                <a:effectLst/>
                <a:uFillTx/>
                <a:latin typeface="Consolas"/>
              </a:rPr>
              <a:t>Rewrite the for loop, to be a do..while loop</a:t>
            </a:r>
            <a:endParaRPr lang="en-US" sz="1600" b="0" u="none" strike="noStrike">
              <a:solidFill>
                <a:schemeClr val="dk1"/>
              </a:solidFill>
              <a:effectLst/>
              <a:uFillTx/>
              <a:latin typeface="Consolas"/>
            </a:endParaRPr>
          </a:p>
          <a:p>
            <a:pPr marL="623880" lvl="1" indent="-285840" algn="l" defTabSz="914400">
              <a:lnSpc>
                <a:spcPct val="120000"/>
              </a:lnSpc>
              <a:spcBef>
                <a:spcPts val="499"/>
              </a:spcBef>
              <a:buSzPct val="100058"/>
              <a:buBlip>
                <a:blip r:embed="rId3"/>
              </a:buBlip>
            </a:pPr>
            <a:r>
              <a:rPr lang="da-DK" sz="1400" b="0" u="none" strike="noStrike">
                <a:solidFill>
                  <a:schemeClr val="dk1"/>
                </a:solidFill>
                <a:effectLst/>
                <a:uFillTx/>
                <a:latin typeface="Consolas"/>
              </a:rPr>
              <a:t>output must be the same</a:t>
            </a:r>
            <a:endParaRPr lang="en-US" sz="1400" b="0" u="none" strike="noStrike">
              <a:solidFill>
                <a:schemeClr val="dk1"/>
              </a:solidFill>
              <a:effectLst/>
              <a:uFillTx/>
              <a:latin typeface="Consolas"/>
            </a:endParaRPr>
          </a:p>
        </p:txBody>
      </p:sp>
      <p:pic>
        <p:nvPicPr>
          <p:cNvPr id="1081" name="Billede 6"/>
          <p:cNvPicPr/>
          <p:nvPr/>
        </p:nvPicPr>
        <p:blipFill>
          <a:blip r:embed="rId4"/>
          <a:stretch/>
        </p:blipFill>
        <p:spPr>
          <a:xfrm>
            <a:off x="7299000" y="124200"/>
            <a:ext cx="4019040" cy="3428640"/>
          </a:xfrm>
          <a:prstGeom prst="rect">
            <a:avLst/>
          </a:prstGeom>
          <a:noFill/>
          <a:ln w="0">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82" name="PlaceHolder 1"/>
          <p:cNvSpPr>
            <a:spLocks noGrp="1"/>
          </p:cNvSpPr>
          <p:nvPr>
            <p:ph type="title" hasCustomPrompt="1"/>
          </p:nvPr>
        </p:nvSpPr>
        <p:spPr>
          <a:xfrm>
            <a:off x="587520" y="359280"/>
            <a:ext cx="4489920" cy="1621080"/>
          </a:xfrm>
          <a:prstGeom prst="rect">
            <a:avLst/>
          </a:prstGeom>
          <a:noFill/>
          <a:ln w="0">
            <a:noFill/>
          </a:ln>
        </p:spPr>
        <p:txBody>
          <a:bodyPr lIns="0" tIns="191880" rIns="0" bIns="0" anchor="t">
            <a:noAutofit/>
          </a:bodyPr>
          <a:lstStyle/>
          <a:p>
            <a:pPr indent="0" algn="l" defTabSz="914400">
              <a:lnSpc>
                <a:spcPct val="100000"/>
              </a:lnSpc>
              <a:buNone/>
            </a:pPr>
            <a:r>
              <a:rPr lang="da-DK" sz="3600" b="1" u="none" strike="noStrike" spc="300">
                <a:solidFill>
                  <a:schemeClr val="dk1"/>
                </a:solidFill>
                <a:effectLst/>
                <a:uFillTx/>
                <a:latin typeface="Consolas"/>
              </a:rPr>
              <a:t>Nested loops</a:t>
            </a:r>
            <a:endParaRPr lang="en-US" sz="3600" b="1" u="none" strike="noStrike" spc="300">
              <a:solidFill>
                <a:schemeClr val="dk1"/>
              </a:solidFill>
              <a:effectLst/>
              <a:uFillTx/>
              <a:latin typeface="Consolas"/>
            </a:endParaRPr>
          </a:p>
        </p:txBody>
      </p:sp>
      <p:sp>
        <p:nvSpPr>
          <p:cNvPr id="1083" name="PlaceHolder 2"/>
          <p:cNvSpPr>
            <a:spLocks noGrp="1"/>
          </p:cNvSpPr>
          <p:nvPr>
            <p:ph hasCustomPrompt="1"/>
          </p:nvPr>
        </p:nvSpPr>
        <p:spPr>
          <a:xfrm>
            <a:off x="587520" y="1579680"/>
            <a:ext cx="6962400" cy="4443120"/>
          </a:xfrm>
          <a:prstGeom prst="rect">
            <a:avLst/>
          </a:prstGeom>
          <a:noFill/>
          <a:ln w="0">
            <a:noFill/>
          </a:ln>
        </p:spPr>
        <p:txBody>
          <a:bodyPr lIns="0" tIns="45720" rIns="0" bIns="45720" anchor="t">
            <a:normAutofit lnSpcReduction="10000"/>
          </a:bodyPr>
          <a:lstStyle/>
          <a:p>
            <a:pPr indent="0" algn="l" defTabSz="914400">
              <a:lnSpc>
                <a:spcPct val="100000"/>
              </a:lnSpc>
              <a:spcBef>
                <a:spcPts val="601"/>
              </a:spcBef>
              <a:buNone/>
              <a:tabLst>
                <a:tab pos="0" algn="l"/>
              </a:tabLst>
            </a:pPr>
            <a:r>
              <a:rPr lang="en-US" sz="1600" b="0" u="none" strike="noStrike">
                <a:solidFill>
                  <a:schemeClr val="dk1"/>
                </a:solidFill>
                <a:effectLst/>
                <a:uFillTx/>
                <a:latin typeface="Consolas"/>
              </a:rPr>
              <a:t>C programming allows one loop to be nested inside another loop (hence the name nested loops).</a:t>
            </a:r>
          </a:p>
          <a:p>
            <a:pPr indent="0" algn="l" defTabSz="914400">
              <a:lnSpc>
                <a:spcPct val="100000"/>
              </a:lnSpc>
              <a:spcBef>
                <a:spcPts val="601"/>
              </a:spcBef>
              <a:buNone/>
              <a:tabLst>
                <a:tab pos="0" algn="l"/>
              </a:tabLst>
            </a:pPr>
            <a:r>
              <a:rPr lang="en-US" sz="1600" b="0" u="none" strike="noStrike">
                <a:solidFill>
                  <a:schemeClr val="dk1"/>
                </a:solidFill>
                <a:effectLst/>
                <a:uFillTx/>
                <a:latin typeface="Consolas"/>
              </a:rPr>
              <a:t>One final note about nesting loops is that you can place any type of loop inside any other type of loop. For example, a while loop can be inside a do … while loop or vice versa.</a:t>
            </a: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en-US" sz="1600" b="0" u="none" strike="noStrike">
              <a:solidFill>
                <a:schemeClr val="dk1"/>
              </a:solidFill>
              <a:effectLst/>
              <a:uFillTx/>
              <a:latin typeface="Consolas"/>
            </a:endParaRPr>
          </a:p>
          <a:p>
            <a:pPr indent="0" algn="l" defTabSz="914400">
              <a:lnSpc>
                <a:spcPct val="100000"/>
              </a:lnSpc>
              <a:spcBef>
                <a:spcPts val="601"/>
              </a:spcBef>
              <a:buNone/>
              <a:tabLst>
                <a:tab pos="0" algn="l"/>
              </a:tabLst>
            </a:pPr>
            <a:r>
              <a:rPr lang="en-US" sz="1600" b="0" u="none" strike="noStrike">
                <a:solidFill>
                  <a:schemeClr val="dk1"/>
                </a:solidFill>
                <a:effectLst/>
                <a:uFillTx/>
                <a:latin typeface="Consolas"/>
              </a:rPr>
              <a:t>Note: conditions in the different loops are of course not identical.</a:t>
            </a:r>
          </a:p>
        </p:txBody>
      </p:sp>
      <p:pic>
        <p:nvPicPr>
          <p:cNvPr id="1084" name="Billede 10"/>
          <p:cNvPicPr/>
          <p:nvPr/>
        </p:nvPicPr>
        <p:blipFill>
          <a:blip r:embed="rId2"/>
          <a:stretch/>
        </p:blipFill>
        <p:spPr>
          <a:xfrm>
            <a:off x="8210520" y="160560"/>
            <a:ext cx="3530880" cy="6234120"/>
          </a:xfrm>
          <a:prstGeom prst="rect">
            <a:avLst/>
          </a:prstGeom>
          <a:noFill/>
          <a:ln w="0">
            <a:noFill/>
          </a:ln>
        </p:spPr>
      </p:pic>
      <p:pic>
        <p:nvPicPr>
          <p:cNvPr id="1085" name="Billede 12"/>
          <p:cNvPicPr/>
          <p:nvPr/>
        </p:nvPicPr>
        <p:blipFill>
          <a:blip r:embed="rId3"/>
          <a:stretch/>
        </p:blipFill>
        <p:spPr>
          <a:xfrm>
            <a:off x="587520" y="3429000"/>
            <a:ext cx="3485880" cy="1866600"/>
          </a:xfrm>
          <a:prstGeom prst="rect">
            <a:avLst/>
          </a:prstGeom>
          <a:noFill/>
          <a:ln w="0">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86" name="PlaceHolder 1"/>
          <p:cNvSpPr>
            <a:spLocks noGrp="1"/>
          </p:cNvSpPr>
          <p:nvPr>
            <p:ph type="title" hasCustomPrompt="1"/>
          </p:nvPr>
        </p:nvSpPr>
        <p:spPr>
          <a:xfrm>
            <a:off x="587520" y="359280"/>
            <a:ext cx="8641440" cy="1621080"/>
          </a:xfrm>
          <a:prstGeom prst="rect">
            <a:avLst/>
          </a:prstGeom>
          <a:noFill/>
          <a:ln w="0">
            <a:noFill/>
          </a:ln>
        </p:spPr>
        <p:txBody>
          <a:bodyPr lIns="0" tIns="191880" rIns="0" bIns="0" anchor="t">
            <a:noAutofit/>
          </a:bodyPr>
          <a:lstStyle/>
          <a:p>
            <a:pPr indent="0" algn="l" defTabSz="914400">
              <a:lnSpc>
                <a:spcPct val="100000"/>
              </a:lnSpc>
              <a:buNone/>
            </a:pPr>
            <a:r>
              <a:rPr lang="da-DK" sz="3600" b="1" u="none" strike="noStrike" spc="300">
                <a:solidFill>
                  <a:schemeClr val="dk1"/>
                </a:solidFill>
                <a:effectLst/>
                <a:uFillTx/>
                <a:latin typeface="Consolas"/>
              </a:rPr>
              <a:t>for-loop</a:t>
            </a:r>
            <a:endParaRPr lang="en-US" sz="3600" b="1" u="none" strike="noStrike" spc="300">
              <a:solidFill>
                <a:schemeClr val="dk1"/>
              </a:solidFill>
              <a:effectLst/>
              <a:uFillTx/>
              <a:latin typeface="Consolas"/>
            </a:endParaRPr>
          </a:p>
        </p:txBody>
      </p:sp>
      <p:pic>
        <p:nvPicPr>
          <p:cNvPr id="1087" name="Billede 6"/>
          <p:cNvPicPr/>
          <p:nvPr/>
        </p:nvPicPr>
        <p:blipFill>
          <a:blip r:embed="rId3"/>
          <a:stretch/>
        </p:blipFill>
        <p:spPr>
          <a:xfrm>
            <a:off x="587520" y="2931120"/>
            <a:ext cx="8300880" cy="3069720"/>
          </a:xfrm>
          <a:prstGeom prst="rect">
            <a:avLst/>
          </a:prstGeom>
          <a:noFill/>
          <a:ln w="0">
            <a:noFill/>
          </a:ln>
        </p:spPr>
      </p:pic>
      <p:pic>
        <p:nvPicPr>
          <p:cNvPr id="1088" name="Billede 10"/>
          <p:cNvPicPr/>
          <p:nvPr/>
        </p:nvPicPr>
        <p:blipFill>
          <a:blip r:embed="rId4"/>
          <a:stretch/>
        </p:blipFill>
        <p:spPr>
          <a:xfrm>
            <a:off x="672480" y="1438200"/>
            <a:ext cx="6733800" cy="1273320"/>
          </a:xfrm>
          <a:prstGeom prst="rect">
            <a:avLst/>
          </a:prstGeom>
          <a:noFill/>
          <a:ln w="0">
            <a:noFill/>
          </a:ln>
        </p:spPr>
      </p:pic>
      <p:pic>
        <p:nvPicPr>
          <p:cNvPr id="1089" name="Billede 12"/>
          <p:cNvPicPr/>
          <p:nvPr/>
        </p:nvPicPr>
        <p:blipFill>
          <a:blip r:embed="rId5"/>
          <a:stretch/>
        </p:blipFill>
        <p:spPr>
          <a:xfrm>
            <a:off x="7808760" y="1144800"/>
            <a:ext cx="3795480" cy="2403360"/>
          </a:xfrm>
          <a:prstGeom prst="rect">
            <a:avLst/>
          </a:prstGeom>
          <a:noFill/>
          <a:ln w="0">
            <a:noFill/>
          </a:ln>
        </p:spPr>
      </p:pic>
      <p:sp>
        <p:nvSpPr>
          <p:cNvPr id="3" name="PlaceHolder 2"/>
          <p:cNvSpPr>
            <a:spLocks noGrp="1"/>
          </p:cNvSpPr>
          <p:nvPr>
            <p:ph type="sldNum" idx="8"/>
          </p:nvPr>
        </p:nvSpPr>
        <p:spPr/>
        <p:txBody>
          <a:bodyPr/>
          <a:lstStyle/>
          <a:p>
            <a:fld id="{DB63313A-FED3-4693-9CBD-AFCF7D99AD5B}" type="slidenum">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90" name="PlaceHolder 1"/>
          <p:cNvSpPr>
            <a:spLocks noGrp="1"/>
          </p:cNvSpPr>
          <p:nvPr>
            <p:ph type="title" hasCustomPrompt="1"/>
          </p:nvPr>
        </p:nvSpPr>
        <p:spPr>
          <a:xfrm>
            <a:off x="587520" y="359280"/>
            <a:ext cx="9253080" cy="1621080"/>
          </a:xfrm>
          <a:prstGeom prst="rect">
            <a:avLst/>
          </a:prstGeom>
          <a:noFill/>
          <a:ln w="0">
            <a:noFill/>
          </a:ln>
        </p:spPr>
        <p:txBody>
          <a:bodyPr lIns="0" tIns="191880" rIns="0" bIns="0" anchor="t">
            <a:noAutofit/>
          </a:bodyPr>
          <a:lstStyle/>
          <a:p>
            <a:pPr indent="0" algn="l" defTabSz="914400">
              <a:lnSpc>
                <a:spcPct val="100000"/>
              </a:lnSpc>
              <a:buNone/>
            </a:pPr>
            <a:r>
              <a:rPr lang="da-DK" sz="3600" b="1" u="none" strike="noStrike" spc="300">
                <a:solidFill>
                  <a:schemeClr val="dk1"/>
                </a:solidFill>
                <a:effectLst/>
                <a:uFillTx/>
                <a:latin typeface="Consolas"/>
              </a:rPr>
              <a:t>for loop, again!</a:t>
            </a:r>
            <a:endParaRPr lang="en-US" sz="3600" b="1" u="none" strike="noStrike" spc="300">
              <a:solidFill>
                <a:schemeClr val="dk1"/>
              </a:solidFill>
              <a:effectLst/>
              <a:uFillTx/>
              <a:latin typeface="Consolas"/>
            </a:endParaRPr>
          </a:p>
        </p:txBody>
      </p:sp>
      <p:pic>
        <p:nvPicPr>
          <p:cNvPr id="1091" name="Billede 10"/>
          <p:cNvPicPr/>
          <p:nvPr/>
        </p:nvPicPr>
        <p:blipFill>
          <a:blip r:embed="rId2"/>
          <a:stretch/>
        </p:blipFill>
        <p:spPr>
          <a:xfrm>
            <a:off x="528480" y="1265760"/>
            <a:ext cx="4000320" cy="1037880"/>
          </a:xfrm>
          <a:prstGeom prst="rect">
            <a:avLst/>
          </a:prstGeom>
          <a:noFill/>
          <a:ln w="0">
            <a:noFill/>
          </a:ln>
        </p:spPr>
      </p:pic>
      <p:pic>
        <p:nvPicPr>
          <p:cNvPr id="1092" name="Billede 15" descr="Et billede, der indeholder tekst&#10;&#10;Automatisk genereret beskrivelse"/>
          <p:cNvPicPr/>
          <p:nvPr/>
        </p:nvPicPr>
        <p:blipFill>
          <a:blip r:embed="rId3"/>
          <a:stretch/>
        </p:blipFill>
        <p:spPr>
          <a:xfrm>
            <a:off x="8105760" y="3696840"/>
            <a:ext cx="3257280" cy="2733480"/>
          </a:xfrm>
          <a:prstGeom prst="rect">
            <a:avLst/>
          </a:prstGeom>
          <a:noFill/>
          <a:ln w="0">
            <a:noFill/>
          </a:ln>
        </p:spPr>
      </p:pic>
      <p:sp>
        <p:nvSpPr>
          <p:cNvPr id="1093" name="PlaceHolder 2"/>
          <p:cNvSpPr>
            <a:spLocks noGrp="1"/>
          </p:cNvSpPr>
          <p:nvPr>
            <p:ph hasCustomPrompt="1"/>
          </p:nvPr>
        </p:nvSpPr>
        <p:spPr>
          <a:xfrm>
            <a:off x="587520" y="2143440"/>
            <a:ext cx="4489920" cy="3751920"/>
          </a:xfrm>
          <a:prstGeom prst="rect">
            <a:avLst/>
          </a:prstGeom>
          <a:noFill/>
          <a:ln w="0">
            <a:noFill/>
          </a:ln>
        </p:spPr>
        <p:txBody>
          <a:bodyPr lIns="0" tIns="45720" rIns="0" bIns="45720" anchor="t">
            <a:noAutofit/>
          </a:bodyPr>
          <a:lstStyle/>
          <a:p>
            <a:pPr indent="0" algn="l" defTabSz="914400">
              <a:spcBef>
                <a:spcPts val="601"/>
              </a:spcBef>
              <a:buNone/>
            </a:pPr>
            <a:endParaRPr lang="en-US" sz="1600" b="0" u="none" strike="noStrike">
              <a:solidFill>
                <a:schemeClr val="dk1"/>
              </a:solidFill>
              <a:effectLst/>
              <a:uFillTx/>
              <a:latin typeface="Consolas"/>
            </a:endParaRPr>
          </a:p>
        </p:txBody>
      </p:sp>
      <p:sp>
        <p:nvSpPr>
          <p:cNvPr id="1094" name="TextBox 11"/>
          <p:cNvSpPr/>
          <p:nvPr/>
        </p:nvSpPr>
        <p:spPr>
          <a:xfrm>
            <a:off x="1355760" y="2729880"/>
            <a:ext cx="6099840" cy="2862000"/>
          </a:xfrm>
          <a:prstGeom prst="rect">
            <a:avLst/>
          </a:prstGeom>
          <a:solidFill>
            <a:schemeClr val="bg1">
              <a:lumMod val="85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28600" indent="-228600" defTabSz="914400">
              <a:lnSpc>
                <a:spcPct val="100000"/>
              </a:lnSpc>
              <a:buClr>
                <a:srgbClr val="808080"/>
              </a:buClr>
              <a:buFont typeface="Consolas"/>
              <a:buAutoNum type="arabicPeriod"/>
            </a:pPr>
            <a:r>
              <a:rPr lang="en-US" sz="1200" b="0" u="none" strike="noStrike">
                <a:solidFill>
                  <a:srgbClr val="808080"/>
                </a:solidFill>
                <a:effectLst/>
                <a:uFillTx/>
                <a:latin typeface="Consolas"/>
              </a:rPr>
              <a:t>#include</a:t>
            </a:r>
            <a:r>
              <a:rPr lang="en-US" sz="1200" b="0" u="none" strike="noStrike">
                <a:solidFill>
                  <a:srgbClr val="0000FF"/>
                </a:solidFill>
                <a:effectLst/>
                <a:uFillTx/>
                <a:latin typeface="Consolas"/>
              </a:rPr>
              <a:t> </a:t>
            </a:r>
            <a:r>
              <a:rPr lang="en-US" sz="1200" b="0" u="none" strike="noStrike">
                <a:solidFill>
                  <a:srgbClr val="A31515"/>
                </a:solidFill>
                <a:effectLst/>
                <a:uFillTx/>
                <a:latin typeface="Consolas"/>
              </a:rPr>
              <a:t>&lt;stdio.h&gt;</a:t>
            </a:r>
            <a:endParaRPr lang="en-US" sz="1200" b="0" u="none" strike="noStrike">
              <a:solidFill>
                <a:srgbClr val="000000"/>
              </a:solidFill>
              <a:effectLst/>
              <a:uFillTx/>
              <a:latin typeface="Arial"/>
            </a:endParaRPr>
          </a:p>
          <a:p>
            <a:pPr marL="228600" indent="-228600" defTabSz="914400">
              <a:lnSpc>
                <a:spcPct val="100000"/>
              </a:lnSpc>
              <a:buClr>
                <a:srgbClr val="808080"/>
              </a:buClr>
              <a:buFont typeface="Consolas"/>
              <a:buAutoNum type="arabicPeriod"/>
            </a:pPr>
            <a:r>
              <a:rPr lang="en-US" sz="1200" b="0" u="none" strike="noStrike">
                <a:solidFill>
                  <a:srgbClr val="808080"/>
                </a:solidFill>
                <a:effectLst/>
                <a:uFillTx/>
                <a:latin typeface="Consolas"/>
              </a:rPr>
              <a:t>#include</a:t>
            </a:r>
            <a:r>
              <a:rPr lang="en-US" sz="1200" b="0" u="none" strike="noStrike">
                <a:solidFill>
                  <a:srgbClr val="0000FF"/>
                </a:solidFill>
                <a:effectLst/>
                <a:uFillTx/>
                <a:latin typeface="Consolas"/>
              </a:rPr>
              <a:t> </a:t>
            </a:r>
            <a:r>
              <a:rPr lang="en-US" sz="1200" b="0" u="none" strike="noStrike">
                <a:solidFill>
                  <a:srgbClr val="A31515"/>
                </a:solidFill>
                <a:effectLst/>
                <a:uFillTx/>
                <a:latin typeface="Consolas"/>
              </a:rPr>
              <a:t>&lt;stdlib.h&gt;</a:t>
            </a:r>
            <a:endParaRPr lang="en-US" sz="1200" b="0" u="none" strike="noStrike">
              <a:solidFill>
                <a:srgbClr val="000000"/>
              </a:solidFill>
              <a:effectLst/>
              <a:uFillTx/>
              <a:latin typeface="Arial"/>
            </a:endParaRPr>
          </a:p>
          <a:p>
            <a:pPr marL="228600" indent="-228600" defTabSz="914400">
              <a:lnSpc>
                <a:spcPct val="100000"/>
              </a:lnSpc>
              <a:buClr>
                <a:srgbClr val="808080"/>
              </a:buClr>
              <a:buFont typeface="Consolas"/>
              <a:buAutoNum type="arabicPeriod"/>
            </a:pPr>
            <a:r>
              <a:rPr lang="en-US" sz="1200" b="0" u="none" strike="noStrike">
                <a:solidFill>
                  <a:srgbClr val="808080"/>
                </a:solidFill>
                <a:effectLst/>
                <a:uFillTx/>
                <a:latin typeface="Consolas"/>
              </a:rPr>
              <a:t>#define</a:t>
            </a:r>
            <a:r>
              <a:rPr lang="en-US" sz="1200" b="0" u="none" strike="noStrike">
                <a:solidFill>
                  <a:srgbClr val="0000FF"/>
                </a:solidFill>
                <a:effectLst/>
                <a:uFillTx/>
                <a:latin typeface="Consolas"/>
              </a:rPr>
              <a:t> </a:t>
            </a:r>
            <a:r>
              <a:rPr lang="en-US" sz="1200" b="0" u="none" strike="noStrike">
                <a:solidFill>
                  <a:srgbClr val="BD63C5"/>
                </a:solidFill>
                <a:effectLst/>
                <a:uFillTx/>
                <a:latin typeface="Consolas"/>
              </a:rPr>
              <a:t>_USE_MATH_DEFINES</a:t>
            </a:r>
            <a:r>
              <a:rPr lang="en-US" sz="1200" b="0" u="none" strike="noStrike">
                <a:solidFill>
                  <a:srgbClr val="008000"/>
                </a:solidFill>
                <a:effectLst/>
                <a:uFillTx/>
                <a:latin typeface="Consolas"/>
              </a:rPr>
              <a:t> /* giver adgang til M_PI i math.h */</a:t>
            </a:r>
            <a:endParaRPr lang="en-US" sz="1200" b="0" u="none" strike="noStrike">
              <a:solidFill>
                <a:srgbClr val="000000"/>
              </a:solidFill>
              <a:effectLst/>
              <a:uFillTx/>
              <a:latin typeface="Arial"/>
            </a:endParaRPr>
          </a:p>
          <a:p>
            <a:pPr marL="228600" indent="-228600" defTabSz="914400">
              <a:lnSpc>
                <a:spcPct val="100000"/>
              </a:lnSpc>
              <a:buClr>
                <a:srgbClr val="808080"/>
              </a:buClr>
              <a:buFont typeface="Consolas"/>
              <a:buAutoNum type="arabicPeriod"/>
            </a:pPr>
            <a:r>
              <a:rPr lang="en-US" sz="1200" b="0" u="none" strike="noStrike">
                <a:solidFill>
                  <a:srgbClr val="808080"/>
                </a:solidFill>
                <a:effectLst/>
                <a:uFillTx/>
                <a:latin typeface="Consolas"/>
              </a:rPr>
              <a:t>#include</a:t>
            </a:r>
            <a:r>
              <a:rPr lang="en-US" sz="1200" b="0" u="none" strike="noStrike">
                <a:solidFill>
                  <a:srgbClr val="0000FF"/>
                </a:solidFill>
                <a:effectLst/>
                <a:uFillTx/>
                <a:latin typeface="Consolas"/>
              </a:rPr>
              <a:t> </a:t>
            </a:r>
            <a:r>
              <a:rPr lang="en-US" sz="1200" b="0" u="none" strike="noStrike">
                <a:solidFill>
                  <a:srgbClr val="A31515"/>
                </a:solidFill>
                <a:effectLst/>
                <a:uFillTx/>
                <a:latin typeface="Consolas"/>
              </a:rPr>
              <a:t>&lt;math.h&gt;</a:t>
            </a:r>
            <a:r>
              <a:rPr lang="en-US" sz="1200" b="0" u="none" strike="noStrike">
                <a:solidFill>
                  <a:srgbClr val="0000FF"/>
                </a:solidFill>
                <a:effectLst/>
                <a:uFillTx/>
                <a:latin typeface="Consolas"/>
              </a:rPr>
              <a:t>         </a:t>
            </a:r>
            <a:r>
              <a:rPr lang="en-US" sz="1200" b="0" u="none" strike="noStrike">
                <a:solidFill>
                  <a:srgbClr val="008000"/>
                </a:solidFill>
                <a:effectLst/>
                <a:uFillTx/>
                <a:latin typeface="Consolas"/>
              </a:rPr>
              <a:t>/* M_PI */</a:t>
            </a:r>
            <a:endParaRPr lang="en-US" sz="1200" b="0" u="none" strike="noStrike">
              <a:solidFill>
                <a:srgbClr val="000000"/>
              </a:solidFill>
              <a:effectLst/>
              <a:uFillTx/>
              <a:latin typeface="Arial"/>
            </a:endParaRPr>
          </a:p>
          <a:p>
            <a:pPr marL="228600" indent="-228600" defTabSz="914400">
              <a:lnSpc>
                <a:spcPct val="100000"/>
              </a:lnSpc>
              <a:buClr>
                <a:srgbClr val="0000FF"/>
              </a:buClr>
              <a:buFont typeface="Consolas"/>
              <a:buAutoNum type="arabicPeriod"/>
            </a:pPr>
            <a:r>
              <a:rPr lang="en-US" sz="1200" b="0" u="none" strike="noStrike">
                <a:solidFill>
                  <a:srgbClr val="0000FF"/>
                </a:solidFill>
                <a:effectLst/>
                <a:uFillTx/>
                <a:latin typeface="Consolas"/>
              </a:rPr>
              <a:t>int</a:t>
            </a:r>
            <a:r>
              <a:rPr lang="en-US" sz="1200" b="0" u="none" strike="noStrike">
                <a:solidFill>
                  <a:srgbClr val="000000"/>
                </a:solidFill>
                <a:effectLst/>
                <a:uFillTx/>
                <a:latin typeface="Consolas"/>
              </a:rPr>
              <a:t> main()</a:t>
            </a:r>
            <a:endParaRPr lang="en-US" sz="1200" b="0" u="none" strike="noStrike">
              <a:solidFill>
                <a:srgbClr val="000000"/>
              </a:solidFill>
              <a:effectLst/>
              <a:uFillTx/>
              <a:latin typeface="Arial"/>
            </a:endParaRPr>
          </a:p>
          <a:p>
            <a:pPr marL="228600" indent="-228600" defTabSz="914400">
              <a:lnSpc>
                <a:spcPct val="100000"/>
              </a:lnSpc>
              <a:buClr>
                <a:srgbClr val="000000"/>
              </a:buClr>
              <a:buFont typeface="Consolas"/>
              <a:buAutoNum type="arabicPeriod"/>
            </a:pPr>
            <a:r>
              <a:rPr lang="en-US" sz="1200" b="0" u="none" strike="noStrike">
                <a:solidFill>
                  <a:srgbClr val="000000"/>
                </a:solidFill>
                <a:effectLst/>
                <a:uFillTx/>
                <a:latin typeface="Consolas"/>
              </a:rPr>
              <a:t>{</a:t>
            </a:r>
            <a:endParaRPr lang="en-US" sz="1200" b="0" u="none" strike="noStrike">
              <a:solidFill>
                <a:srgbClr val="000000"/>
              </a:solidFill>
              <a:effectLst/>
              <a:uFillTx/>
              <a:latin typeface="Arial"/>
            </a:endParaRPr>
          </a:p>
          <a:p>
            <a:pPr marL="228600" indent="-228600" defTabSz="914400">
              <a:lnSpc>
                <a:spcPct val="100000"/>
              </a:lnSpc>
              <a:buClr>
                <a:srgbClr val="000000"/>
              </a:buClr>
              <a:buFont typeface="Consolas"/>
              <a:buAutoNum type="arabicPeriod"/>
            </a:pPr>
            <a:r>
              <a:rPr lang="en-US" sz="1200" b="0" u="none" strike="noStrike">
                <a:solidFill>
                  <a:srgbClr val="000000"/>
                </a:solidFill>
                <a:effectLst/>
                <a:uFillTx/>
                <a:latin typeface="Consolas"/>
              </a:rPr>
              <a:t>    </a:t>
            </a:r>
            <a:r>
              <a:rPr lang="en-US" sz="1200" b="0" u="none" strike="noStrike">
                <a:solidFill>
                  <a:srgbClr val="0000FF"/>
                </a:solidFill>
                <a:effectLst/>
                <a:uFillTx/>
                <a:latin typeface="Consolas"/>
              </a:rPr>
              <a:t>for</a:t>
            </a:r>
            <a:r>
              <a:rPr lang="en-US" sz="1200" b="0" u="none" strike="noStrike">
                <a:solidFill>
                  <a:srgbClr val="000000"/>
                </a:solidFill>
                <a:effectLst/>
                <a:uFillTx/>
                <a:latin typeface="Consolas"/>
              </a:rPr>
              <a:t> (;;)</a:t>
            </a:r>
            <a:endParaRPr lang="en-US" sz="1200" b="0" u="none" strike="noStrike">
              <a:solidFill>
                <a:srgbClr val="000000"/>
              </a:solidFill>
              <a:effectLst/>
              <a:uFillTx/>
              <a:latin typeface="Arial"/>
            </a:endParaRPr>
          </a:p>
          <a:p>
            <a:pPr marL="228600" indent="-228600" defTabSz="914400">
              <a:lnSpc>
                <a:spcPct val="100000"/>
              </a:lnSpc>
              <a:buClr>
                <a:srgbClr val="000000"/>
              </a:buClr>
              <a:buFont typeface="Consolas"/>
              <a:buAutoNum type="arabicPeriod"/>
            </a:pPr>
            <a:br>
              <a:rPr sz="1200"/>
            </a:br>
            <a:r>
              <a:rPr lang="en-US" sz="1200" b="0" u="none" strike="noStrike">
                <a:solidFill>
                  <a:srgbClr val="000000"/>
                </a:solidFill>
                <a:effectLst/>
                <a:uFillTx/>
                <a:latin typeface="Consolas"/>
              </a:rPr>
              <a:t>    {</a:t>
            </a:r>
            <a:endParaRPr lang="en-US" sz="1200" b="0" u="none" strike="noStrike">
              <a:solidFill>
                <a:srgbClr val="000000"/>
              </a:solidFill>
              <a:effectLst/>
              <a:uFillTx/>
              <a:latin typeface="Arial"/>
            </a:endParaRPr>
          </a:p>
          <a:p>
            <a:pPr marL="228600" indent="-228600" defTabSz="914400">
              <a:lnSpc>
                <a:spcPct val="100000"/>
              </a:lnSpc>
              <a:buClr>
                <a:srgbClr val="000000"/>
              </a:buClr>
              <a:buFont typeface="Consolas"/>
              <a:buAutoNum type="arabicPeriod"/>
            </a:pPr>
            <a:r>
              <a:rPr lang="en-US" sz="1200" b="0" u="none" strike="noStrike">
                <a:solidFill>
                  <a:srgbClr val="000000"/>
                </a:solidFill>
                <a:effectLst/>
                <a:uFillTx/>
                <a:latin typeface="Consolas"/>
              </a:rPr>
              <a:t>        printf(</a:t>
            </a:r>
            <a:r>
              <a:rPr lang="en-US" sz="1200" b="0" u="none" strike="noStrike">
                <a:solidFill>
                  <a:srgbClr val="A31515"/>
                </a:solidFill>
                <a:effectLst/>
                <a:uFillTx/>
                <a:latin typeface="Consolas"/>
              </a:rPr>
              <a:t>"%f\n"</a:t>
            </a:r>
            <a:r>
              <a:rPr lang="en-US" sz="1200" b="0" u="none" strike="noStrike">
                <a:solidFill>
                  <a:srgbClr val="000000"/>
                </a:solidFill>
                <a:effectLst/>
                <a:uFillTx/>
                <a:latin typeface="Consolas"/>
              </a:rPr>
              <a:t>, </a:t>
            </a:r>
            <a:r>
              <a:rPr lang="en-US" sz="1200" b="0" u="none" strike="noStrike">
                <a:solidFill>
                  <a:srgbClr val="BD63C5"/>
                </a:solidFill>
                <a:effectLst/>
                <a:uFillTx/>
                <a:latin typeface="Consolas"/>
              </a:rPr>
              <a:t>M_PI</a:t>
            </a:r>
            <a:r>
              <a:rPr lang="en-US" sz="1200" b="0" u="none" strike="noStrike">
                <a:solidFill>
                  <a:srgbClr val="000000"/>
                </a:solidFill>
                <a:effectLst/>
                <a:uFillTx/>
                <a:latin typeface="Consolas"/>
              </a:rPr>
              <a:t>);</a:t>
            </a:r>
            <a:endParaRPr lang="en-US" sz="1200" b="0" u="none" strike="noStrike">
              <a:solidFill>
                <a:srgbClr val="000000"/>
              </a:solidFill>
              <a:effectLst/>
              <a:uFillTx/>
              <a:latin typeface="Arial"/>
            </a:endParaRPr>
          </a:p>
          <a:p>
            <a:pPr marL="228600" indent="-228600" defTabSz="914400">
              <a:lnSpc>
                <a:spcPct val="100000"/>
              </a:lnSpc>
              <a:buClr>
                <a:srgbClr val="000000"/>
              </a:buClr>
              <a:buFont typeface="Consolas"/>
              <a:buAutoNum type="arabicPeriod"/>
            </a:pPr>
            <a:r>
              <a:rPr lang="en-US" sz="1200" b="0" u="none" strike="noStrike">
                <a:solidFill>
                  <a:srgbClr val="000000"/>
                </a:solidFill>
                <a:effectLst/>
                <a:uFillTx/>
                <a:latin typeface="Consolas"/>
              </a:rPr>
              <a:t>    }</a:t>
            </a:r>
            <a:endParaRPr lang="en-US" sz="1200" b="0" u="none" strike="noStrike">
              <a:solidFill>
                <a:srgbClr val="000000"/>
              </a:solidFill>
              <a:effectLst/>
              <a:uFillTx/>
              <a:latin typeface="Arial"/>
            </a:endParaRPr>
          </a:p>
          <a:p>
            <a:pPr marL="228600" indent="-228600" defTabSz="914400">
              <a:lnSpc>
                <a:spcPct val="100000"/>
              </a:lnSpc>
              <a:buClr>
                <a:srgbClr val="000000"/>
              </a:buClr>
              <a:buFont typeface="Consolas"/>
              <a:buAutoNum type="arabicPeriod"/>
            </a:pPr>
            <a:r>
              <a:rPr lang="en-US" sz="1200" b="0" u="none" strike="noStrike">
                <a:solidFill>
                  <a:srgbClr val="000000"/>
                </a:solidFill>
                <a:effectLst/>
                <a:uFillTx/>
                <a:latin typeface="Consolas"/>
              </a:rPr>
              <a:t>    </a:t>
            </a:r>
            <a:r>
              <a:rPr lang="en-US" sz="1200" b="0" u="none" strike="noStrike">
                <a:solidFill>
                  <a:srgbClr val="0000FF"/>
                </a:solidFill>
                <a:effectLst/>
                <a:uFillTx/>
                <a:latin typeface="Consolas"/>
              </a:rPr>
              <a:t>return</a:t>
            </a:r>
            <a:r>
              <a:rPr lang="en-US" sz="1200" b="0" u="none" strike="noStrike">
                <a:solidFill>
                  <a:srgbClr val="000000"/>
                </a:solidFill>
                <a:effectLst/>
                <a:uFillTx/>
                <a:latin typeface="Consolas"/>
              </a:rPr>
              <a:t> </a:t>
            </a:r>
            <a:r>
              <a:rPr lang="en-US" sz="1200" b="0" u="none" strike="noStrike">
                <a:solidFill>
                  <a:srgbClr val="BD63C5"/>
                </a:solidFill>
                <a:effectLst/>
                <a:uFillTx/>
                <a:latin typeface="Consolas"/>
              </a:rPr>
              <a:t>EXIT_SUCCESS</a:t>
            </a:r>
            <a:r>
              <a:rPr lang="en-US" sz="1200" b="0" u="none" strike="noStrike">
                <a:solidFill>
                  <a:srgbClr val="000000"/>
                </a:solidFill>
                <a:effectLst/>
                <a:uFillTx/>
                <a:latin typeface="Consolas"/>
              </a:rPr>
              <a:t>;</a:t>
            </a:r>
            <a:r>
              <a:rPr lang="en-US" sz="1200" b="0" u="none" strike="noStrike">
                <a:solidFill>
                  <a:srgbClr val="008000"/>
                </a:solidFill>
                <a:effectLst/>
                <a:uFillTx/>
                <a:latin typeface="Consolas"/>
              </a:rPr>
              <a:t> // EXIT_SUCCESS from stdlib.h</a:t>
            </a:r>
            <a:endParaRPr lang="en-US" sz="1200" b="0" u="none" strike="noStrike">
              <a:solidFill>
                <a:srgbClr val="000000"/>
              </a:solidFill>
              <a:effectLst/>
              <a:uFillTx/>
              <a:latin typeface="Arial"/>
            </a:endParaRPr>
          </a:p>
          <a:p>
            <a:pPr marL="228600" indent="-228600" defTabSz="914400">
              <a:lnSpc>
                <a:spcPct val="100000"/>
              </a:lnSpc>
              <a:buClr>
                <a:srgbClr val="000000"/>
              </a:buClr>
              <a:buFont typeface="Consolas"/>
              <a:buAutoNum type="arabicPeriod"/>
            </a:pPr>
            <a:r>
              <a:rPr lang="en-US" sz="1200" b="0" u="none" strike="noStrike">
                <a:solidFill>
                  <a:srgbClr val="000000"/>
                </a:solidFill>
                <a:effectLst/>
                <a:uFillTx/>
                <a:latin typeface="Consolas"/>
              </a:rPr>
              <a:t>}</a:t>
            </a:r>
            <a:endParaRPr lang="en-US" sz="1200" b="0" u="none" strike="noStrike">
              <a:solidFill>
                <a:srgbClr val="000000"/>
              </a:solidFill>
              <a:effectLst/>
              <a:uFillTx/>
              <a:latin typeface="Arial"/>
            </a:endParaRPr>
          </a:p>
          <a:p>
            <a:pPr defTabSz="914400">
              <a:lnSpc>
                <a:spcPct val="100000"/>
              </a:lnSpc>
            </a:pPr>
            <a:br>
              <a:rPr sz="1200"/>
            </a:br>
            <a:endParaRPr lang="en-US" sz="1200" b="0" u="none" strike="noStrike">
              <a:solidFill>
                <a:srgbClr val="000000"/>
              </a:solidFill>
              <a:effectLst/>
              <a:uFillTx/>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95" name="PlaceHolder 1"/>
          <p:cNvSpPr>
            <a:spLocks noGrp="1"/>
          </p:cNvSpPr>
          <p:nvPr>
            <p:ph type="pic"/>
          </p:nvPr>
        </p:nvSpPr>
        <p:spPr/>
        <p:txBody>
          <a:bodyPr/>
          <a:lstStyle/>
          <a:p>
            <a:endParaRPr lang="LID4096"/>
          </a:p>
        </p:txBody>
      </p:sp>
      <p:sp>
        <p:nvSpPr>
          <p:cNvPr id="1096" name="PlaceHolder 2"/>
          <p:cNvSpPr>
            <a:spLocks noGrp="1"/>
          </p:cNvSpPr>
          <p:nvPr>
            <p:ph type="title" hasCustomPrompt="1"/>
          </p:nvPr>
        </p:nvSpPr>
        <p:spPr>
          <a:xfrm>
            <a:off x="587520" y="359280"/>
            <a:ext cx="6366600" cy="1621080"/>
          </a:xfrm>
          <a:prstGeom prst="rect">
            <a:avLst/>
          </a:prstGeom>
          <a:noFill/>
          <a:ln w="0">
            <a:noFill/>
          </a:ln>
        </p:spPr>
        <p:txBody>
          <a:bodyPr lIns="0" tIns="191880" rIns="0" bIns="0" anchor="t">
            <a:noAutofit/>
          </a:bodyPr>
          <a:lstStyle/>
          <a:p>
            <a:pPr indent="0" algn="l" defTabSz="914400">
              <a:lnSpc>
                <a:spcPct val="100000"/>
              </a:lnSpc>
              <a:buNone/>
            </a:pPr>
            <a:r>
              <a:rPr lang="en-US" sz="3600" b="1" u="none" strike="noStrike" spc="300">
                <a:solidFill>
                  <a:schemeClr val="dk1"/>
                </a:solidFill>
                <a:effectLst/>
                <a:uFillTx/>
                <a:latin typeface="Consolas"/>
              </a:rPr>
              <a:t>Iteration or loop statements</a:t>
            </a:r>
            <a:br>
              <a:rPr sz="3600"/>
            </a:br>
            <a:br>
              <a:rPr sz="3600"/>
            </a:br>
            <a:endParaRPr lang="en-US" sz="3600" b="1" u="none" strike="noStrike" spc="300">
              <a:solidFill>
                <a:schemeClr val="dk1"/>
              </a:solidFill>
              <a:effectLst/>
              <a:uFillTx/>
              <a:latin typeface="Consolas"/>
            </a:endParaRPr>
          </a:p>
        </p:txBody>
      </p:sp>
      <p:sp>
        <p:nvSpPr>
          <p:cNvPr id="1097" name="PlaceHolder 3"/>
          <p:cNvSpPr>
            <a:spLocks noGrp="1"/>
          </p:cNvSpPr>
          <p:nvPr>
            <p:ph hasCustomPrompt="1"/>
          </p:nvPr>
        </p:nvSpPr>
        <p:spPr>
          <a:xfrm>
            <a:off x="587520" y="2143440"/>
            <a:ext cx="4489920" cy="3751920"/>
          </a:xfrm>
          <a:prstGeom prst="rect">
            <a:avLst/>
          </a:prstGeom>
          <a:noFill/>
          <a:ln w="0">
            <a:noFill/>
          </a:ln>
        </p:spPr>
        <p:txBody>
          <a:bodyPr lIns="0" tIns="45720" rIns="0" bIns="45720" anchor="t">
            <a:normAutofit/>
          </a:bodyPr>
          <a:lstStyle/>
          <a:p>
            <a:pPr indent="0" algn="l" defTabSz="914400">
              <a:lnSpc>
                <a:spcPct val="100000"/>
              </a:lnSpc>
              <a:spcBef>
                <a:spcPts val="601"/>
              </a:spcBef>
              <a:buNone/>
              <a:tabLst>
                <a:tab pos="0" algn="l"/>
              </a:tabLst>
            </a:pPr>
            <a:r>
              <a:rPr lang="en-US" sz="1800" b="0" u="none" strike="noStrike">
                <a:solidFill>
                  <a:schemeClr val="dk1"/>
                </a:solidFill>
                <a:effectLst/>
                <a:uFillTx/>
                <a:latin typeface="Consolas"/>
              </a:rPr>
              <a:t>Iteration or loop</a:t>
            </a:r>
          </a:p>
          <a:p>
            <a:pPr marL="285840" indent="-285840" algn="l" defTabSz="914400">
              <a:lnSpc>
                <a:spcPct val="100000"/>
              </a:lnSpc>
              <a:spcBef>
                <a:spcPts val="601"/>
              </a:spcBef>
              <a:buSzPct val="100000"/>
              <a:buBlip>
                <a:blip r:embed="rId2"/>
              </a:buBlip>
              <a:tabLst>
                <a:tab pos="0" algn="l"/>
              </a:tabLst>
            </a:pPr>
            <a:r>
              <a:rPr lang="en-US" sz="2000" b="0" u="none" strike="noStrike">
                <a:solidFill>
                  <a:schemeClr val="dk1"/>
                </a:solidFill>
                <a:effectLst/>
                <a:uFillTx/>
                <a:latin typeface="Consolas"/>
              </a:rPr>
              <a:t>for</a:t>
            </a:r>
          </a:p>
          <a:p>
            <a:pPr marL="285840" indent="-285840" algn="l" defTabSz="914400">
              <a:lnSpc>
                <a:spcPct val="100000"/>
              </a:lnSpc>
              <a:spcBef>
                <a:spcPts val="601"/>
              </a:spcBef>
              <a:buSzPct val="100000"/>
              <a:buBlip>
                <a:blip r:embed="rId2"/>
              </a:buBlip>
              <a:tabLst>
                <a:tab pos="0" algn="l"/>
              </a:tabLst>
            </a:pPr>
            <a:r>
              <a:rPr lang="en-US" sz="2000" b="0" u="none" strike="noStrike">
                <a:solidFill>
                  <a:schemeClr val="dk1"/>
                </a:solidFill>
                <a:effectLst/>
                <a:uFillTx/>
                <a:latin typeface="Consolas"/>
              </a:rPr>
              <a:t>while</a:t>
            </a:r>
          </a:p>
          <a:p>
            <a:pPr marL="285840" indent="-285840" algn="l" defTabSz="914400">
              <a:lnSpc>
                <a:spcPct val="100000"/>
              </a:lnSpc>
              <a:spcBef>
                <a:spcPts val="601"/>
              </a:spcBef>
              <a:buSzPct val="100000"/>
              <a:buBlip>
                <a:blip r:embed="rId2"/>
              </a:buBlip>
              <a:tabLst>
                <a:tab pos="0" algn="l"/>
              </a:tabLst>
            </a:pPr>
            <a:r>
              <a:rPr lang="en-US" sz="2000" b="1" u="none" strike="noStrike">
                <a:solidFill>
                  <a:schemeClr val="dk1"/>
                </a:solidFill>
                <a:effectLst/>
                <a:uFillTx/>
                <a:latin typeface="Consolas"/>
              </a:rPr>
              <a:t>do-while</a:t>
            </a:r>
            <a:endParaRPr lang="en-US" sz="2000" b="0" u="none" strike="noStrike">
              <a:solidFill>
                <a:schemeClr val="dk1"/>
              </a:solidFill>
              <a:effectLst/>
              <a:uFillTx/>
              <a:latin typeface="Consolas"/>
            </a:endParaRPr>
          </a:p>
          <a:p>
            <a:pPr marL="285840" indent="-285840" algn="l" defTabSz="914400">
              <a:lnSpc>
                <a:spcPct val="100000"/>
              </a:lnSpc>
              <a:spcBef>
                <a:spcPts val="601"/>
              </a:spcBef>
              <a:buSzPct val="100112"/>
              <a:buBlip>
                <a:blip r:embed="rId3"/>
              </a:buBlip>
              <a:tabLst>
                <a:tab pos="0" algn="l"/>
              </a:tabLst>
            </a:pPr>
            <a:r>
              <a:rPr lang="en-US" sz="1800" b="0" u="none" strike="noStrike">
                <a:solidFill>
                  <a:schemeClr val="dk1"/>
                </a:solidFill>
                <a:effectLst/>
                <a:uFillTx/>
                <a:latin typeface="Consolas"/>
              </a:rPr>
              <a:t>Nested loops</a:t>
            </a:r>
          </a:p>
          <a:p>
            <a:pPr indent="0" algn="l" defTabSz="914400">
              <a:lnSpc>
                <a:spcPct val="120000"/>
              </a:lnSpc>
              <a:spcBef>
                <a:spcPts val="499"/>
              </a:spcBef>
              <a:buNone/>
              <a:tabLst>
                <a:tab pos="0" algn="l"/>
              </a:tabLst>
            </a:pPr>
            <a:endParaRPr lang="en-US" sz="1800" b="0" u="none" strike="noStrike">
              <a:solidFill>
                <a:schemeClr val="dk1"/>
              </a:solidFill>
              <a:effectLst/>
              <a:uFillTx/>
              <a:latin typeface="Consolas"/>
            </a:endParaRPr>
          </a:p>
        </p:txBody>
      </p:sp>
      <p:sp>
        <p:nvSpPr>
          <p:cNvPr id="5" name="PlaceHolder 4"/>
          <p:cNvSpPr>
            <a:spLocks noGrp="1"/>
          </p:cNvSpPr>
          <p:nvPr>
            <p:ph type="sldNum" idx="8"/>
          </p:nvPr>
        </p:nvSpPr>
        <p:spPr/>
        <p:txBody>
          <a:bodyPr/>
          <a:lstStyle/>
          <a:p>
            <a:fld id="{B1EE9EB4-1D8E-4EE8-8774-F57B1B519228}" type="slidenum">
              <a:rPr/>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98" name="PlaceHolder 1"/>
          <p:cNvSpPr>
            <a:spLocks noGrp="1"/>
          </p:cNvSpPr>
          <p:nvPr>
            <p:ph type="title" hasCustomPrompt="1"/>
          </p:nvPr>
        </p:nvSpPr>
        <p:spPr>
          <a:xfrm>
            <a:off x="587520" y="359280"/>
            <a:ext cx="4489920" cy="1621080"/>
          </a:xfrm>
          <a:prstGeom prst="rect">
            <a:avLst/>
          </a:prstGeom>
          <a:noFill/>
          <a:ln w="0">
            <a:noFill/>
          </a:ln>
        </p:spPr>
        <p:txBody>
          <a:bodyPr lIns="0" tIns="191880" rIns="0" bIns="0" anchor="t">
            <a:noAutofit/>
          </a:bodyPr>
          <a:lstStyle/>
          <a:p>
            <a:pPr indent="0" algn="l" defTabSz="914400">
              <a:lnSpc>
                <a:spcPct val="100000"/>
              </a:lnSpc>
              <a:buNone/>
            </a:pPr>
            <a:r>
              <a:rPr lang="da-DK" sz="3600" b="1" u="none" strike="noStrike" spc="300">
                <a:solidFill>
                  <a:schemeClr val="dk1"/>
                </a:solidFill>
                <a:effectLst/>
                <a:uFillTx/>
                <a:latin typeface="Consolas"/>
              </a:rPr>
              <a:t>do … while</a:t>
            </a:r>
            <a:endParaRPr lang="en-US" sz="3600" b="1" u="none" strike="noStrike" spc="300">
              <a:solidFill>
                <a:schemeClr val="dk1"/>
              </a:solidFill>
              <a:effectLst/>
              <a:uFillTx/>
              <a:latin typeface="Consolas"/>
            </a:endParaRPr>
          </a:p>
        </p:txBody>
      </p:sp>
      <p:sp>
        <p:nvSpPr>
          <p:cNvPr id="1099" name="PlaceHolder 2"/>
          <p:cNvSpPr>
            <a:spLocks noGrp="1"/>
          </p:cNvSpPr>
          <p:nvPr>
            <p:ph hasCustomPrompt="1"/>
          </p:nvPr>
        </p:nvSpPr>
        <p:spPr>
          <a:xfrm>
            <a:off x="587520" y="2441160"/>
            <a:ext cx="4489920" cy="3453840"/>
          </a:xfrm>
          <a:prstGeom prst="rect">
            <a:avLst/>
          </a:prstGeom>
          <a:noFill/>
          <a:ln w="0">
            <a:noFill/>
          </a:ln>
        </p:spPr>
        <p:txBody>
          <a:bodyPr lIns="0" tIns="45720" rIns="0" bIns="45720" anchor="t">
            <a:noAutofit/>
          </a:bodyPr>
          <a:lstStyle/>
          <a:p>
            <a:pPr indent="0" algn="l" defTabSz="914400">
              <a:lnSpc>
                <a:spcPct val="100000"/>
              </a:lnSpc>
              <a:spcBef>
                <a:spcPts val="601"/>
              </a:spcBef>
              <a:buNone/>
              <a:tabLst>
                <a:tab pos="0" algn="l"/>
              </a:tabLst>
            </a:pPr>
            <a:r>
              <a:rPr lang="en-US" sz="1600" b="0" u="none" strike="noStrike">
                <a:solidFill>
                  <a:schemeClr val="dk1"/>
                </a:solidFill>
                <a:effectLst/>
                <a:uFillTx/>
                <a:latin typeface="Consolas"/>
              </a:rPr>
              <a:t>Unlike for loops and while loops, which test the condition at the top of the loop, the do ... while loop checks its condition at the bottom of the loop.</a:t>
            </a:r>
          </a:p>
          <a:p>
            <a:pPr indent="0" algn="l" defTabSz="914400">
              <a:lnSpc>
                <a:spcPct val="100000"/>
              </a:lnSpc>
              <a:spcBef>
                <a:spcPts val="601"/>
              </a:spcBef>
              <a:buNone/>
              <a:tabLst>
                <a:tab pos="0" algn="l"/>
              </a:tabLst>
            </a:pPr>
            <a:r>
              <a:rPr lang="en-US" sz="1600" b="0" u="none" strike="noStrike">
                <a:solidFill>
                  <a:schemeClr val="dk1"/>
                </a:solidFill>
                <a:effectLst/>
                <a:uFillTx/>
                <a:latin typeface="Consolas"/>
              </a:rPr>
              <a:t>A do ... while is similar to a while loop, except for the fact that the loop's statement is guaranteed to execute at least once</a:t>
            </a:r>
          </a:p>
        </p:txBody>
      </p:sp>
      <p:pic>
        <p:nvPicPr>
          <p:cNvPr id="1100" name="Billede 6"/>
          <p:cNvPicPr/>
          <p:nvPr/>
        </p:nvPicPr>
        <p:blipFill>
          <a:blip r:embed="rId2"/>
          <a:stretch/>
        </p:blipFill>
        <p:spPr>
          <a:xfrm>
            <a:off x="553680" y="1285920"/>
            <a:ext cx="2381040" cy="1047240"/>
          </a:xfrm>
          <a:prstGeom prst="rect">
            <a:avLst/>
          </a:prstGeom>
          <a:noFill/>
          <a:ln w="0">
            <a:noFill/>
          </a:ln>
        </p:spPr>
      </p:pic>
      <p:pic>
        <p:nvPicPr>
          <p:cNvPr id="1101" name="Billede 12"/>
          <p:cNvPicPr/>
          <p:nvPr/>
        </p:nvPicPr>
        <p:blipFill>
          <a:blip r:embed="rId3"/>
          <a:stretch/>
        </p:blipFill>
        <p:spPr>
          <a:xfrm>
            <a:off x="7863120" y="1711800"/>
            <a:ext cx="2018880" cy="2752200"/>
          </a:xfrm>
          <a:prstGeom prst="rect">
            <a:avLst/>
          </a:prstGeom>
          <a:noFill/>
          <a:ln w="0">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02" name="PlaceHolder 1"/>
          <p:cNvSpPr>
            <a:spLocks noGrp="1"/>
          </p:cNvSpPr>
          <p:nvPr>
            <p:ph type="title" hasCustomPrompt="1"/>
          </p:nvPr>
        </p:nvSpPr>
        <p:spPr>
          <a:xfrm>
            <a:off x="587520" y="359280"/>
            <a:ext cx="4489920" cy="1621080"/>
          </a:xfrm>
          <a:prstGeom prst="rect">
            <a:avLst/>
          </a:prstGeom>
          <a:noFill/>
          <a:ln w="0">
            <a:noFill/>
          </a:ln>
        </p:spPr>
        <p:txBody>
          <a:bodyPr lIns="0" tIns="191880" rIns="0" bIns="0" anchor="t">
            <a:noAutofit/>
          </a:bodyPr>
          <a:lstStyle/>
          <a:p>
            <a:pPr indent="0" algn="l" defTabSz="914400">
              <a:lnSpc>
                <a:spcPct val="100000"/>
              </a:lnSpc>
              <a:buNone/>
            </a:pPr>
            <a:r>
              <a:rPr lang="da-DK" sz="3600" b="1" u="none" strike="noStrike" spc="300">
                <a:solidFill>
                  <a:schemeClr val="dk1"/>
                </a:solidFill>
                <a:effectLst/>
                <a:uFillTx/>
                <a:latin typeface="Consolas"/>
              </a:rPr>
              <a:t>do … while</a:t>
            </a:r>
            <a:endParaRPr lang="en-US" sz="3600" b="1" u="none" strike="noStrike" spc="300">
              <a:solidFill>
                <a:schemeClr val="dk1"/>
              </a:solidFill>
              <a:effectLst/>
              <a:uFillTx/>
              <a:latin typeface="Consolas"/>
            </a:endParaRPr>
          </a:p>
        </p:txBody>
      </p:sp>
      <p:pic>
        <p:nvPicPr>
          <p:cNvPr id="1103" name="Billede 6"/>
          <p:cNvPicPr/>
          <p:nvPr/>
        </p:nvPicPr>
        <p:blipFill>
          <a:blip r:embed="rId2"/>
          <a:stretch/>
        </p:blipFill>
        <p:spPr>
          <a:xfrm>
            <a:off x="553680" y="1285920"/>
            <a:ext cx="2381040" cy="1047240"/>
          </a:xfrm>
          <a:prstGeom prst="rect">
            <a:avLst/>
          </a:prstGeom>
          <a:noFill/>
          <a:ln w="0">
            <a:noFill/>
          </a:ln>
        </p:spPr>
      </p:pic>
      <p:pic>
        <p:nvPicPr>
          <p:cNvPr id="1104" name="Billede 8"/>
          <p:cNvPicPr/>
          <p:nvPr/>
        </p:nvPicPr>
        <p:blipFill>
          <a:blip r:embed="rId3"/>
          <a:stretch/>
        </p:blipFill>
        <p:spPr>
          <a:xfrm>
            <a:off x="8281440" y="52560"/>
            <a:ext cx="3866760" cy="3933360"/>
          </a:xfrm>
          <a:prstGeom prst="rect">
            <a:avLst/>
          </a:prstGeom>
          <a:noFill/>
          <a:ln w="0">
            <a:noFill/>
          </a:ln>
        </p:spPr>
      </p:pic>
      <p:pic>
        <p:nvPicPr>
          <p:cNvPr id="1105" name="Billede 10"/>
          <p:cNvPicPr/>
          <p:nvPr/>
        </p:nvPicPr>
        <p:blipFill>
          <a:blip r:embed="rId4"/>
          <a:stretch/>
        </p:blipFill>
        <p:spPr>
          <a:xfrm>
            <a:off x="6585840" y="52560"/>
            <a:ext cx="1695240" cy="2752200"/>
          </a:xfrm>
          <a:prstGeom prst="rect">
            <a:avLst/>
          </a:prstGeom>
          <a:noFill/>
          <a:ln w="0">
            <a:noFill/>
          </a:ln>
        </p:spPr>
      </p:pic>
      <p:pic>
        <p:nvPicPr>
          <p:cNvPr id="1106" name="Billede 12"/>
          <p:cNvPicPr/>
          <p:nvPr/>
        </p:nvPicPr>
        <p:blipFill>
          <a:blip r:embed="rId5"/>
          <a:stretch/>
        </p:blipFill>
        <p:spPr>
          <a:xfrm>
            <a:off x="8281440" y="3986640"/>
            <a:ext cx="2018880" cy="2752200"/>
          </a:xfrm>
          <a:prstGeom prst="rect">
            <a:avLst/>
          </a:prstGeom>
          <a:noFill/>
          <a:ln w="0">
            <a:noFill/>
          </a:ln>
        </p:spPr>
      </p:pic>
      <p:sp>
        <p:nvSpPr>
          <p:cNvPr id="1107" name="Pladsholder til tekst 4"/>
          <p:cNvSpPr/>
          <p:nvPr/>
        </p:nvSpPr>
        <p:spPr>
          <a:xfrm>
            <a:off x="587520" y="2441160"/>
            <a:ext cx="4489920" cy="3453840"/>
          </a:xfrm>
          <a:prstGeom prst="rect">
            <a:avLst/>
          </a:prstGeom>
          <a:noFill/>
          <a:ln w="0">
            <a:noFill/>
          </a:ln>
        </p:spPr>
        <p:style>
          <a:lnRef idx="0">
            <a:scrgbClr r="0" g="0" b="0"/>
          </a:lnRef>
          <a:fillRef idx="0">
            <a:scrgbClr r="0" g="0" b="0"/>
          </a:fillRef>
          <a:effectRef idx="0">
            <a:scrgbClr r="0" g="0" b="0"/>
          </a:effectRef>
          <a:fontRef idx="minor"/>
        </p:style>
        <p:txBody>
          <a:bodyPr lIns="0" rIns="0" anchor="t">
            <a:normAutofit/>
          </a:bodyPr>
          <a:lstStyle/>
          <a:p>
            <a:pPr defTabSz="914400">
              <a:lnSpc>
                <a:spcPct val="100000"/>
              </a:lnSpc>
              <a:spcBef>
                <a:spcPts val="601"/>
              </a:spcBef>
              <a:tabLst>
                <a:tab pos="0" algn="l"/>
              </a:tabLst>
            </a:pPr>
            <a:r>
              <a:rPr lang="en-US" sz="1600" b="0" u="none" strike="noStrike">
                <a:solidFill>
                  <a:schemeClr val="dk1"/>
                </a:solidFill>
                <a:effectLst/>
                <a:uFillTx/>
                <a:latin typeface="Consolas"/>
              </a:rPr>
              <a:t>Unlike for loops and while loops, which test the condition at the top of the loop, the do ... while loop checks its condition at the bottom of the loop.</a:t>
            </a:r>
            <a:endParaRPr lang="en-US" sz="1600" b="0" u="none" strike="noStrike">
              <a:solidFill>
                <a:srgbClr val="000000"/>
              </a:solidFill>
              <a:effectLst/>
              <a:uFillTx/>
              <a:latin typeface="Arial"/>
            </a:endParaRPr>
          </a:p>
          <a:p>
            <a:pPr defTabSz="914400">
              <a:lnSpc>
                <a:spcPct val="100000"/>
              </a:lnSpc>
              <a:spcBef>
                <a:spcPts val="601"/>
              </a:spcBef>
              <a:tabLst>
                <a:tab pos="0" algn="l"/>
              </a:tabLst>
            </a:pPr>
            <a:r>
              <a:rPr lang="en-US" sz="1600" b="0" u="none" strike="noStrike">
                <a:solidFill>
                  <a:schemeClr val="dk1"/>
                </a:solidFill>
                <a:effectLst/>
                <a:uFillTx/>
                <a:latin typeface="Consolas"/>
              </a:rPr>
              <a:t>A do ... while is similar to a while loop, except for the fact that the loop's statement is guaranteed to execute at least once</a:t>
            </a:r>
            <a:endParaRPr lang="en-US" sz="16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AAU PowerPoint">
  <a:themeElements>
    <a:clrScheme name="AAU">
      <a:dk1>
        <a:srgbClr val="211A52"/>
      </a:dk1>
      <a:lt1>
        <a:srgbClr val="FFFFFF"/>
      </a:lt1>
      <a:dk2>
        <a:srgbClr val="76818B"/>
      </a:dk2>
      <a:lt2>
        <a:srgbClr val="BBC0C5"/>
      </a:lt2>
      <a:accent1>
        <a:srgbClr val="4D4875"/>
      </a:accent1>
      <a:accent2>
        <a:srgbClr val="A6A3BA"/>
      </a:accent2>
      <a:accent3>
        <a:srgbClr val="7A72CC"/>
      </a:accent3>
      <a:accent4>
        <a:srgbClr val="DF6752"/>
      </a:accent4>
      <a:accent5>
        <a:srgbClr val="BDB9E5"/>
      </a:accent5>
      <a:accent6>
        <a:srgbClr val="594FBF"/>
      </a:accent6>
      <a:hlink>
        <a:srgbClr val="9B95D9"/>
      </a:hlink>
      <a:folHlink>
        <a:srgbClr val="DEDCF2"/>
      </a:folHlink>
    </a:clrScheme>
    <a:fontScheme name="Custom 1">
      <a:majorFont>
        <a:latin typeface="Consolas"/>
        <a:ea typeface=""/>
        <a:cs typeface=""/>
      </a:majorFont>
      <a:minorFont>
        <a:latin typeface="Consola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AAU PowerPoint">
  <a:themeElements>
    <a:clrScheme name="AAU">
      <a:dk1>
        <a:srgbClr val="211A52"/>
      </a:dk1>
      <a:lt1>
        <a:srgbClr val="FFFFFF"/>
      </a:lt1>
      <a:dk2>
        <a:srgbClr val="76818B"/>
      </a:dk2>
      <a:lt2>
        <a:srgbClr val="BBC0C5"/>
      </a:lt2>
      <a:accent1>
        <a:srgbClr val="4D4875"/>
      </a:accent1>
      <a:accent2>
        <a:srgbClr val="A6A3BA"/>
      </a:accent2>
      <a:accent3>
        <a:srgbClr val="7A72CC"/>
      </a:accent3>
      <a:accent4>
        <a:srgbClr val="DF6752"/>
      </a:accent4>
      <a:accent5>
        <a:srgbClr val="BDB9E5"/>
      </a:accent5>
      <a:accent6>
        <a:srgbClr val="594FBF"/>
      </a:accent6>
      <a:hlink>
        <a:srgbClr val="9B95D9"/>
      </a:hlink>
      <a:folHlink>
        <a:srgbClr val="DEDCF2"/>
      </a:folHlink>
    </a:clrScheme>
    <a:fontScheme name="Custom 1">
      <a:majorFont>
        <a:latin typeface="Consolas"/>
        <a:ea typeface=""/>
        <a:cs typeface=""/>
      </a:majorFont>
      <a:minorFont>
        <a:latin typeface="Consola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B603C15142CBA48BA2B0D95E5145F8F" ma:contentTypeVersion="4" ma:contentTypeDescription="Create a new document." ma:contentTypeScope="" ma:versionID="5717f4dcdcd896864b5743ad6fc68f37">
  <xsd:schema xmlns:xsd="http://www.w3.org/2001/XMLSchema" xmlns:xs="http://www.w3.org/2001/XMLSchema" xmlns:p="http://schemas.microsoft.com/office/2006/metadata/properties" xmlns:ns2="1790affa-1f64-4e58-8dd7-745390e575dd" xmlns:ns3="5eaab4c3-db73-4b93-9200-350b498c50e8" targetNamespace="http://schemas.microsoft.com/office/2006/metadata/properties" ma:root="true" ma:fieldsID="88623ea61eba25adb9ac0ec1bf0df670" ns2:_="" ns3:_="">
    <xsd:import namespace="1790affa-1f64-4e58-8dd7-745390e575dd"/>
    <xsd:import namespace="5eaab4c3-db73-4b93-9200-350b498c50e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90affa-1f64-4e58-8dd7-745390e575dd"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eaab4c3-db73-4b93-9200-350b498c50e8"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6B7E796-D341-4AF2-8E4B-BF4B6E42C8B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790affa-1f64-4e58-8dd7-745390e575dd"/>
    <ds:schemaRef ds:uri="5eaab4c3-db73-4b93-9200-350b498c50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3603602-65E0-48FA-BF06-563C46D1CC25}">
  <ds:schemaRefs>
    <ds:schemaRef ds:uri="http://purl.org/dc/dcmitype/"/>
    <ds:schemaRef ds:uri="http://schemas.microsoft.com/office/2006/documentManagement/types"/>
    <ds:schemaRef ds:uri="http://schemas.microsoft.com/office/2006/metadata/properties"/>
    <ds:schemaRef ds:uri="http://www.w3.org/XML/1998/namespace"/>
    <ds:schemaRef ds:uri="http://purl.org/dc/terms/"/>
    <ds:schemaRef ds:uri="http://purl.org/dc/elements/1.1/"/>
    <ds:schemaRef ds:uri="http://schemas.openxmlformats.org/package/2006/metadata/core-properties"/>
    <ds:schemaRef ds:uri="1790affa-1f64-4e58-8dd7-745390e575dd"/>
    <ds:schemaRef ds:uri="http://schemas.microsoft.com/office/infopath/2007/PartnerControls"/>
    <ds:schemaRef ds:uri="5eaab4c3-db73-4b93-9200-350b498c50e8"/>
  </ds:schemaRefs>
</ds:datastoreItem>
</file>

<file path=customXml/itemProps3.xml><?xml version="1.0" encoding="utf-8"?>
<ds:datastoreItem xmlns:ds="http://schemas.openxmlformats.org/officeDocument/2006/customXml" ds:itemID="{20FA39FA-C90B-44C5-8395-0F72C2D9FD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3223</TotalTime>
  <Words>1905</Words>
  <Application>Microsoft Office PowerPoint</Application>
  <PresentationFormat>Widescreen</PresentationFormat>
  <Paragraphs>278</Paragraphs>
  <Slides>31</Slides>
  <Notes>1</Notes>
  <HiddenSlides>11</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31</vt:i4>
      </vt:variant>
    </vt:vector>
  </HeadingPairs>
  <TitlesOfParts>
    <vt:vector size="36" baseType="lpstr">
      <vt:lpstr>Arial</vt:lpstr>
      <vt:lpstr>Consolas</vt:lpstr>
      <vt:lpstr>Times New Roman</vt:lpstr>
      <vt:lpstr>AAU PowerPoint</vt:lpstr>
      <vt:lpstr>AAU PowerPoint</vt:lpstr>
      <vt:lpstr>Programmering 5</vt:lpstr>
      <vt:lpstr>Forslag til lærebog</vt:lpstr>
      <vt:lpstr>PowerPoint Presentation</vt:lpstr>
      <vt:lpstr>Know where your code and solutions are</vt:lpstr>
      <vt:lpstr>Få styr på jeres default kode template</vt:lpstr>
      <vt:lpstr>Læringsmål idag</vt:lpstr>
      <vt:lpstr>Iteration or loop statements  </vt:lpstr>
      <vt:lpstr>for loop</vt:lpstr>
      <vt:lpstr>for loop</vt:lpstr>
      <vt:lpstr>Opgave: Hello For Loop</vt:lpstr>
      <vt:lpstr>Iteration or loop statements  </vt:lpstr>
      <vt:lpstr>while loop</vt:lpstr>
      <vt:lpstr>Opgave: loops1</vt:lpstr>
      <vt:lpstr>while loop</vt:lpstr>
      <vt:lpstr>Fibunacci sequence using while</vt:lpstr>
      <vt:lpstr>Iteration or loop statements  </vt:lpstr>
      <vt:lpstr>Nested loops</vt:lpstr>
      <vt:lpstr>Argc, argv</vt:lpstr>
      <vt:lpstr>Hvad er int argc, char const *argv[]?  Inputs til program</vt:lpstr>
      <vt:lpstr>Opgaver</vt:lpstr>
      <vt:lpstr>Next Up…</vt:lpstr>
      <vt:lpstr>Gennemgang af opgaveløsning fra sidste kursusgang</vt:lpstr>
      <vt:lpstr>Gennemgang af opgaveløsning fra sidste kursusgang</vt:lpstr>
      <vt:lpstr>Know where your code and solutions are</vt:lpstr>
      <vt:lpstr>Opgave – for to while-do</vt:lpstr>
      <vt:lpstr>Nested loops</vt:lpstr>
      <vt:lpstr>for-loop</vt:lpstr>
      <vt:lpstr>for loop, again!</vt:lpstr>
      <vt:lpstr>Iteration or loop statements  </vt:lpstr>
      <vt:lpstr>do … while</vt:lpstr>
      <vt:lpstr>do … while</vt:lpstr>
    </vt:vector>
  </TitlesOfParts>
  <Company>Aalborg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PowerPoint-præsentation</dc:title>
  <dc:subject/>
  <dc:creator>Søren Emil Søe Degn</dc:creator>
  <dc:description/>
  <cp:lastModifiedBy>Martin Siemienski Andersen</cp:lastModifiedBy>
  <cp:revision>56</cp:revision>
  <cp:lastPrinted>2017-03-09T03:48:56Z</cp:lastPrinted>
  <dcterms:created xsi:type="dcterms:W3CDTF">2018-09-13T08:06:32Z</dcterms:created>
  <dcterms:modified xsi:type="dcterms:W3CDTF">2026-09-22T09:12:53Z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0x010100AB603C15142CBA48BA2B0D95E5145F8F</vt:lpwstr>
  </property>
  <property fmtid="{D5CDD505-2E9C-101B-9397-08002B2CF9AE}" pid="3" name="HiddenSlides">
    <vt:i4>11</vt:i4>
  </property>
  <property fmtid="{D5CDD505-2E9C-101B-9397-08002B2CF9AE}" pid="4" name="Notes">
    <vt:i4>1</vt:i4>
  </property>
  <property fmtid="{D5CDD505-2E9C-101B-9397-08002B2CF9AE}" pid="5" name="PresentationFormat">
    <vt:lpwstr>Widescreen</vt:lpwstr>
  </property>
  <property fmtid="{D5CDD505-2E9C-101B-9397-08002B2CF9AE}" pid="6" name="Slides">
    <vt:i4>37</vt:i4>
  </property>
</Properties>
</file>